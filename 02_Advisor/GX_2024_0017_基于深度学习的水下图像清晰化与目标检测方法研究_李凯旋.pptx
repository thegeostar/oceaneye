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4.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5.xml" ContentType="application/vnd.openxmlformats-officedocument.presentationml.notesSlide+xml"/>
  <Override PartName="/ppt/theme/themeOverride1.xml" ContentType="application/vnd.openxmlformats-officedocument.themeOverr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6.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7.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notesSlides/notesSlide8.xml" ContentType="application/vnd.openxmlformats-officedocument.presentationml.notesSlid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notesSlides/notesSlide9.xml" ContentType="application/vnd.openxmlformats-officedocument.presentationml.notesSlide+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3" r:id="rId2"/>
  </p:sldMasterIdLst>
  <p:notesMasterIdLst>
    <p:notesMasterId r:id="rId16"/>
  </p:notesMasterIdLst>
  <p:sldIdLst>
    <p:sldId id="11091346" r:id="rId3"/>
    <p:sldId id="11091480" r:id="rId4"/>
    <p:sldId id="258" r:id="rId5"/>
    <p:sldId id="11091467" r:id="rId6"/>
    <p:sldId id="11091458" r:id="rId7"/>
    <p:sldId id="11091484" r:id="rId8"/>
    <p:sldId id="11091483" r:id="rId9"/>
    <p:sldId id="11091487" r:id="rId10"/>
    <p:sldId id="11091461" r:id="rId11"/>
    <p:sldId id="11091490" r:id="rId12"/>
    <p:sldId id="11091492" r:id="rId13"/>
    <p:sldId id="11091493" r:id="rId14"/>
    <p:sldId id="8806154" r:id="rId15"/>
  </p:sldIdLst>
  <p:sldSz cx="12192000" cy="6858000"/>
  <p:notesSz cx="6858000" cy="9144000"/>
  <p:custDataLst>
    <p:tags r:id="rId17"/>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01" userDrawn="1">
          <p15:clr>
            <a:srgbClr val="A4A3A4"/>
          </p15:clr>
        </p15:guide>
        <p15:guide id="2" pos="652" userDrawn="1">
          <p15:clr>
            <a:srgbClr val="A4A3A4"/>
          </p15:clr>
        </p15:guide>
        <p15:guide id="3" pos="7146" userDrawn="1">
          <p15:clr>
            <a:srgbClr val="A4A3A4"/>
          </p15:clr>
        </p15:guide>
        <p15:guide id="4" orient="horz" pos="381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94B"/>
    <a:srgbClr val="0B5498"/>
    <a:srgbClr val="BDCFFB"/>
    <a:srgbClr val="B0C6FA"/>
    <a:srgbClr val="F05501"/>
    <a:srgbClr val="FFFF00"/>
    <a:srgbClr val="0A238C"/>
    <a:srgbClr val="0073F7"/>
    <a:srgbClr val="0A5598"/>
    <a:srgbClr val="0048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307" autoAdjust="0"/>
    <p:restoredTop sz="86740" autoAdjust="0"/>
  </p:normalViewPr>
  <p:slideViewPr>
    <p:cSldViewPr snapToGrid="0" showGuides="1">
      <p:cViewPr>
        <p:scale>
          <a:sx n="100" d="100"/>
          <a:sy n="100" d="100"/>
        </p:scale>
        <p:origin x="1536" y="352"/>
      </p:cViewPr>
      <p:guideLst>
        <p:guide orient="horz" pos="601"/>
        <p:guide pos="652"/>
        <p:guide pos="7146"/>
        <p:guide orient="horz" pos="3815"/>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85E012-C334-402D-B613-AF231B29B06D}" type="datetimeFigureOut">
              <a:rPr lang="zh-CN" altLang="en-US" smtClean="0"/>
              <a:t>2025/5/29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A24FEC-7483-462E-BE7F-85BB0E7286F8}"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28829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166583B-7B3B-4F9E-B2BA-21047673366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0" indent="288290"/>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166583B-7B3B-4F9E-B2BA-210476733667}"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sz="1200" b="1" dirty="0">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5"/>
          </p:nvPr>
        </p:nvSpPr>
        <p:spPr/>
        <p:txBody>
          <a:bodyPr/>
          <a:lstStyle/>
          <a:p>
            <a:fld id="{06F9254A-D2A0-4F34-A50B-81AA184C0E72}" type="slidenum">
              <a:rPr lang="zh-CN" altLang="en-US" smtClean="0"/>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6F9254A-D2A0-4F34-A50B-81AA184C0E72}" type="slidenum">
              <a:rPr lang="zh-CN" altLang="en-US" smtClean="0"/>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6F9254A-D2A0-4F34-A50B-81AA184C0E72}" type="slidenum">
              <a:rPr lang="zh-CN" altLang="en-US" smtClean="0"/>
              <a:t>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6F9254A-D2A0-4F34-A50B-81AA184C0E72}" type="slidenum">
              <a:rPr lang="zh-CN" altLang="en-US" smtClean="0"/>
              <a:t>9</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6F9254A-D2A0-4F34-A50B-81AA184C0E72}" type="slidenum">
              <a:rPr lang="zh-CN" altLang="en-US" smtClean="0"/>
              <a:t>10</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B3DFE-99D6-74FB-AB8D-64D31CE1C4D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F28F0C5-3639-331A-5E7F-0CE4450AB32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49E9900-FE8B-44F0-C956-3C290C4472CB}"/>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65DAD83-E07A-CCF1-BB03-54B334C19540}"/>
              </a:ext>
            </a:extLst>
          </p:cNvPr>
          <p:cNvSpPr>
            <a:spLocks noGrp="1"/>
          </p:cNvSpPr>
          <p:nvPr>
            <p:ph type="sldNum" sz="quarter" idx="5"/>
          </p:nvPr>
        </p:nvSpPr>
        <p:spPr/>
        <p:txBody>
          <a:bodyPr/>
          <a:lstStyle/>
          <a:p>
            <a:fld id="{06F9254A-D2A0-4F34-A50B-81AA184C0E72}" type="slidenum">
              <a:rPr lang="zh-CN" altLang="en-US" smtClean="0"/>
              <a:t>11</a:t>
            </a:fld>
            <a:endParaRPr lang="zh-CN" altLang="en-US"/>
          </a:p>
        </p:txBody>
      </p:sp>
    </p:spTree>
    <p:extLst>
      <p:ext uri="{BB962C8B-B14F-4D97-AF65-F5344CB8AC3E}">
        <p14:creationId xmlns:p14="http://schemas.microsoft.com/office/powerpoint/2010/main" val="12919060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3BB22-2F31-48F0-53E9-E45E75FA348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62BD1A-108F-74A4-1C8C-E9D2ECF4E3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C4562D-1463-5848-0F33-92BDA814F18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2D40D967-883C-DEDD-25FC-2D22C6C3F3F6}"/>
              </a:ext>
            </a:extLst>
          </p:cNvPr>
          <p:cNvSpPr>
            <a:spLocks noGrp="1"/>
          </p:cNvSpPr>
          <p:nvPr>
            <p:ph type="sldNum" sz="quarter" idx="5"/>
          </p:nvPr>
        </p:nvSpPr>
        <p:spPr/>
        <p:txBody>
          <a:bodyPr/>
          <a:lstStyle/>
          <a:p>
            <a:fld id="{06F9254A-D2A0-4F34-A50B-81AA184C0E72}" type="slidenum">
              <a:rPr lang="zh-CN" altLang="en-US" smtClean="0"/>
              <a:t>12</a:t>
            </a:fld>
            <a:endParaRPr lang="zh-CN" altLang="en-US"/>
          </a:p>
        </p:txBody>
      </p:sp>
    </p:spTree>
    <p:extLst>
      <p:ext uri="{BB962C8B-B14F-4D97-AF65-F5344CB8AC3E}">
        <p14:creationId xmlns:p14="http://schemas.microsoft.com/office/powerpoint/2010/main" val="1178436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DA24FEC-7483-462E-BE7F-85BB0E7286F8}" type="slidenum">
              <a:rPr lang="zh-CN" altLang="en-US" smtClean="0"/>
              <a:t>13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3" name="组合 2"/>
          <p:cNvGrpSpPr/>
          <p:nvPr userDrawn="1"/>
        </p:nvGrpSpPr>
        <p:grpSpPr>
          <a:xfrm>
            <a:off x="0" y="0"/>
            <a:ext cx="12200346" cy="6858000"/>
            <a:chOff x="-22" y="590"/>
            <a:chExt cx="19213" cy="10800"/>
          </a:xfrm>
        </p:grpSpPr>
        <p:pic>
          <p:nvPicPr>
            <p:cNvPr id="4" name="图片 51"/>
            <p:cNvPicPr>
              <a:picLocks noChangeAspect="1"/>
            </p:cNvPicPr>
            <p:nvPr/>
          </p:nvPicPr>
          <p:blipFill>
            <a:blip r:embed="rId2"/>
            <a:stretch>
              <a:fillRect/>
            </a:stretch>
          </p:blipFill>
          <p:spPr>
            <a:xfrm>
              <a:off x="-22" y="590"/>
              <a:ext cx="19200" cy="10800"/>
            </a:xfrm>
            <a:prstGeom prst="rect">
              <a:avLst/>
            </a:prstGeom>
            <a:noFill/>
            <a:ln w="9525">
              <a:noFill/>
            </a:ln>
          </p:spPr>
        </p:pic>
        <p:sp>
          <p:nvSpPr>
            <p:cNvPr id="5" name="矩形 4"/>
            <p:cNvSpPr/>
            <p:nvPr/>
          </p:nvSpPr>
          <p:spPr>
            <a:xfrm>
              <a:off x="-22" y="590"/>
              <a:ext cx="19213" cy="10800"/>
            </a:xfrm>
            <a:prstGeom prst="rect">
              <a:avLst/>
            </a:prstGeom>
            <a:gradFill>
              <a:gsLst>
                <a:gs pos="2000">
                  <a:schemeClr val="accent1">
                    <a:lumMod val="5000"/>
                    <a:lumOff val="95000"/>
                    <a:alpha val="53000"/>
                  </a:schemeClr>
                </a:gs>
                <a:gs pos="100000">
                  <a:schemeClr val="bg1">
                    <a:alpha val="81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schemeClr val="lt1"/>
                </a:solidFill>
                <a:effectLst/>
                <a:uLnTx/>
                <a:uFillTx/>
                <a:latin typeface="+mn-lt"/>
                <a:ea typeface="+mn-ea"/>
                <a:cs typeface="+mn-cs"/>
              </a:endParaRPr>
            </a:p>
          </p:txBody>
        </p:sp>
      </p:grpSp>
      <p:pic>
        <p:nvPicPr>
          <p:cNvPr id="6" name="图片 5" descr="电脑屏幕的照片上有字&#10;&#10;低可信度描述已自动生成"/>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461243" y="152786"/>
            <a:ext cx="2450282" cy="444114"/>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1_标题幻灯片">
    <p:bg>
      <p:bgRef idx="1001">
        <a:schemeClr val="bg1"/>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4_标题幻灯片">
    <p:bg>
      <p:bgRef idx="1001">
        <a:schemeClr val="bg1"/>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2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pic>
        <p:nvPicPr>
          <p:cNvPr id="6" name="图片 5"/>
          <p:cNvPicPr>
            <a:picLocks noChangeAspect="1"/>
          </p:cNvPicPr>
          <p:nvPr userDrawn="1"/>
        </p:nvPicPr>
        <p:blipFill rotWithShape="1">
          <a:blip r:embed="rId2" cstate="print">
            <a:extLst>
              <a:ext uri="{28A0092B-C50C-407E-A947-70E740481C1C}">
                <a14:useLocalDpi xmlns:a14="http://schemas.microsoft.com/office/drawing/2010/main" val="0"/>
              </a:ext>
            </a:extLst>
          </a:blip>
          <a:srcRect l="-3383"/>
          <a:stretch>
            <a:fillRect/>
          </a:stretch>
        </p:blipFill>
        <p:spPr>
          <a:xfrm>
            <a:off x="8794751" y="298237"/>
            <a:ext cx="2940960" cy="458886"/>
          </a:xfrm>
          <a:prstGeom prst="rect">
            <a:avLst/>
          </a:prstGeom>
        </p:spPr>
      </p:pic>
      <p:sp>
        <p:nvSpPr>
          <p:cNvPr id="10" name="任意多边形: 形状 9"/>
          <p:cNvSpPr/>
          <p:nvPr userDrawn="1"/>
        </p:nvSpPr>
        <p:spPr>
          <a:xfrm>
            <a:off x="626256" y="298237"/>
            <a:ext cx="328659" cy="458886"/>
          </a:xfrm>
          <a:custGeom>
            <a:avLst/>
            <a:gdLst>
              <a:gd name="connsiteX0" fmla="*/ 82671 w 328659"/>
              <a:gd name="connsiteY0" fmla="*/ 0 h 458886"/>
              <a:gd name="connsiteX1" fmla="*/ 328659 w 328659"/>
              <a:gd name="connsiteY1" fmla="*/ 0 h 458886"/>
              <a:gd name="connsiteX2" fmla="*/ 245988 w 328659"/>
              <a:gd name="connsiteY2" fmla="*/ 458886 h 458886"/>
              <a:gd name="connsiteX3" fmla="*/ 0 w 328659"/>
              <a:gd name="connsiteY3" fmla="*/ 458886 h 458886"/>
            </a:gdLst>
            <a:ahLst/>
            <a:cxnLst>
              <a:cxn ang="0">
                <a:pos x="connsiteX0" y="connsiteY0"/>
              </a:cxn>
              <a:cxn ang="0">
                <a:pos x="connsiteX1" y="connsiteY1"/>
              </a:cxn>
              <a:cxn ang="0">
                <a:pos x="connsiteX2" y="connsiteY2"/>
              </a:cxn>
              <a:cxn ang="0">
                <a:pos x="connsiteX3" y="connsiteY3"/>
              </a:cxn>
            </a:cxnLst>
            <a:rect l="l" t="t" r="r" b="b"/>
            <a:pathLst>
              <a:path w="328659" h="458886">
                <a:moveTo>
                  <a:pt x="82671" y="0"/>
                </a:moveTo>
                <a:lnTo>
                  <a:pt x="328659" y="0"/>
                </a:lnTo>
                <a:lnTo>
                  <a:pt x="245988" y="458886"/>
                </a:lnTo>
                <a:lnTo>
                  <a:pt x="0" y="458886"/>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accent4"/>
              </a:solidFill>
            </a:endParaRPr>
          </a:p>
        </p:txBody>
      </p:sp>
      <p:sp>
        <p:nvSpPr>
          <p:cNvPr id="8" name="平行四边形 7"/>
          <p:cNvSpPr/>
          <p:nvPr userDrawn="1"/>
        </p:nvSpPr>
        <p:spPr>
          <a:xfrm>
            <a:off x="380145" y="298237"/>
            <a:ext cx="330686" cy="458886"/>
          </a:xfrm>
          <a:prstGeom prst="parallelogram">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任意多边形: 形状 11"/>
          <p:cNvSpPr/>
          <p:nvPr userDrawn="1"/>
        </p:nvSpPr>
        <p:spPr>
          <a:xfrm>
            <a:off x="0" y="6338568"/>
            <a:ext cx="12192000" cy="519431"/>
          </a:xfrm>
          <a:custGeom>
            <a:avLst/>
            <a:gdLst>
              <a:gd name="connsiteX0" fmla="*/ 0 w 12192000"/>
              <a:gd name="connsiteY0" fmla="*/ 0 h 731520"/>
              <a:gd name="connsiteX1" fmla="*/ 83404 w 12192000"/>
              <a:gd name="connsiteY1" fmla="*/ 20114 h 731520"/>
              <a:gd name="connsiteX2" fmla="*/ 6096001 w 12192000"/>
              <a:gd name="connsiteY2" fmla="*/ 624452 h 731520"/>
              <a:gd name="connsiteX3" fmla="*/ 12108597 w 12192000"/>
              <a:gd name="connsiteY3" fmla="*/ 20114 h 731520"/>
              <a:gd name="connsiteX4" fmla="*/ 12192000 w 12192000"/>
              <a:gd name="connsiteY4" fmla="*/ 2 h 731520"/>
              <a:gd name="connsiteX5" fmla="*/ 12192000 w 12192000"/>
              <a:gd name="connsiteY5" fmla="*/ 731520 h 731520"/>
              <a:gd name="connsiteX6" fmla="*/ 0 w 12192000"/>
              <a:gd name="connsiteY6"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31520">
                <a:moveTo>
                  <a:pt x="0" y="0"/>
                </a:moveTo>
                <a:lnTo>
                  <a:pt x="83404" y="20114"/>
                </a:lnTo>
                <a:cubicBezTo>
                  <a:pt x="1870728" y="405528"/>
                  <a:pt x="3918958" y="624452"/>
                  <a:pt x="6096001" y="624452"/>
                </a:cubicBezTo>
                <a:cubicBezTo>
                  <a:pt x="8273043" y="624452"/>
                  <a:pt x="10321273" y="405528"/>
                  <a:pt x="12108597" y="20114"/>
                </a:cubicBezTo>
                <a:lnTo>
                  <a:pt x="12192000" y="2"/>
                </a:lnTo>
                <a:lnTo>
                  <a:pt x="12192000" y="731520"/>
                </a:lnTo>
                <a:lnTo>
                  <a:pt x="0" y="73152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zh-CN" altLang="en-US">
              <a:solidFill>
                <a:schemeClr val="accent4"/>
              </a:solidFill>
            </a:endParaRPr>
          </a:p>
        </p:txBody>
      </p:sp>
      <p:sp>
        <p:nvSpPr>
          <p:cNvPr id="13" name="任意多边形: 形状 12"/>
          <p:cNvSpPr/>
          <p:nvPr userDrawn="1"/>
        </p:nvSpPr>
        <p:spPr>
          <a:xfrm>
            <a:off x="0" y="6501382"/>
            <a:ext cx="12192000" cy="356617"/>
          </a:xfrm>
          <a:custGeom>
            <a:avLst/>
            <a:gdLst>
              <a:gd name="connsiteX0" fmla="*/ 0 w 12192000"/>
              <a:gd name="connsiteY0" fmla="*/ 0 h 731520"/>
              <a:gd name="connsiteX1" fmla="*/ 83404 w 12192000"/>
              <a:gd name="connsiteY1" fmla="*/ 20114 h 731520"/>
              <a:gd name="connsiteX2" fmla="*/ 6096001 w 12192000"/>
              <a:gd name="connsiteY2" fmla="*/ 624452 h 731520"/>
              <a:gd name="connsiteX3" fmla="*/ 12108597 w 12192000"/>
              <a:gd name="connsiteY3" fmla="*/ 20114 h 731520"/>
              <a:gd name="connsiteX4" fmla="*/ 12192000 w 12192000"/>
              <a:gd name="connsiteY4" fmla="*/ 2 h 731520"/>
              <a:gd name="connsiteX5" fmla="*/ 12192000 w 12192000"/>
              <a:gd name="connsiteY5" fmla="*/ 731520 h 731520"/>
              <a:gd name="connsiteX6" fmla="*/ 0 w 12192000"/>
              <a:gd name="connsiteY6" fmla="*/ 731520 h 731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731520">
                <a:moveTo>
                  <a:pt x="0" y="0"/>
                </a:moveTo>
                <a:lnTo>
                  <a:pt x="83404" y="20114"/>
                </a:lnTo>
                <a:cubicBezTo>
                  <a:pt x="1870728" y="405528"/>
                  <a:pt x="3918958" y="624452"/>
                  <a:pt x="6096001" y="624452"/>
                </a:cubicBezTo>
                <a:cubicBezTo>
                  <a:pt x="8273043" y="624452"/>
                  <a:pt x="10321273" y="405528"/>
                  <a:pt x="12108597" y="20114"/>
                </a:cubicBezTo>
                <a:lnTo>
                  <a:pt x="12192000" y="2"/>
                </a:lnTo>
                <a:lnTo>
                  <a:pt x="12192000" y="731520"/>
                </a:lnTo>
                <a:lnTo>
                  <a:pt x="0" y="731520"/>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sp>
        <p:nvSpPr>
          <p:cNvPr id="5" name="文本占位符 4"/>
          <p:cNvSpPr>
            <a:spLocks noGrp="1"/>
          </p:cNvSpPr>
          <p:nvPr userDrawn="1">
            <p:ph type="body" sz="quarter" idx="12" hasCustomPrompt="1"/>
          </p:nvPr>
        </p:nvSpPr>
        <p:spPr>
          <a:xfrm>
            <a:off x="1044209" y="343014"/>
            <a:ext cx="7425436" cy="369332"/>
          </a:xfrm>
          <a:prstGeom prst="rect">
            <a:avLst/>
          </a:prstGeom>
        </p:spPr>
        <p:txBody>
          <a:bodyPr wrap="square" lIns="0" tIns="0" rIns="0" bIns="0" anchor="ctr">
            <a:spAutoFit/>
          </a:bodyPr>
          <a:lstStyle>
            <a:lvl1pPr marL="0" indent="0">
              <a:lnSpc>
                <a:spcPct val="100000"/>
              </a:lnSpc>
              <a:buNone/>
              <a:defRPr sz="2400" b="1" spc="300">
                <a:solidFill>
                  <a:schemeClr val="accent1"/>
                </a:solidFill>
                <a:latin typeface="+mj-ea"/>
                <a:ea typeface="+mj-ea"/>
              </a:defRPr>
            </a:lvl1pPr>
            <a:lvl2pPr marL="457200" indent="0">
              <a:buNone/>
              <a:defRPr/>
            </a:lvl2pPr>
          </a:lstStyle>
          <a:p>
            <a:pPr lvl="0"/>
            <a:r>
              <a:rPr lang="zh-CN" altLang="en-US" dirty="0"/>
              <a:t>请键入标题</a:t>
            </a:r>
          </a:p>
        </p:txBody>
      </p:sp>
      <p:cxnSp>
        <p:nvCxnSpPr>
          <p:cNvPr id="15" name="直接连接符 14"/>
          <p:cNvCxnSpPr/>
          <p:nvPr userDrawn="1"/>
        </p:nvCxnSpPr>
        <p:spPr>
          <a:xfrm>
            <a:off x="380145" y="757123"/>
            <a:ext cx="8742834" cy="0"/>
          </a:xfrm>
          <a:prstGeom prst="line">
            <a:avLst/>
          </a:prstGeom>
          <a:ln w="9525" cap="rnd">
            <a:gradFill flip="none" rotWithShape="1">
              <a:gsLst>
                <a:gs pos="0">
                  <a:schemeClr val="accent1"/>
                </a:gs>
                <a:gs pos="100000">
                  <a:schemeClr val="accent3">
                    <a:alpha val="0"/>
                  </a:schemeClr>
                </a:gs>
              </a:gsLst>
              <a:lin ang="0" scaled="1"/>
              <a:tileRect/>
            </a:gradFill>
            <a:round/>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p:spPr>
        <p:txBody>
          <a:bodyPr/>
          <a:lstStyle/>
          <a:p>
            <a:r>
              <a:rPr lang="zh-CN" altLang="en-US"/>
              <a:t>单击此处编辑母版标题样式</a:t>
            </a:r>
          </a:p>
        </p:txBody>
      </p:sp>
      <p:sp>
        <p:nvSpPr>
          <p:cNvPr id="3" name="内容占位符 2"/>
          <p:cNvSpPr>
            <a:spLocks noGrp="1"/>
          </p:cNvSpPr>
          <p:nvPr>
            <p:ph idx="1"/>
          </p:nvPr>
        </p:nvSpPr>
        <p:spPr>
          <a:xfrm>
            <a:off x="838200" y="1825625"/>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a:xfrm>
            <a:off x="838200" y="6356350"/>
            <a:ext cx="2743200" cy="365125"/>
          </a:xfrm>
        </p:spPr>
        <p:txBody>
          <a:bodyPr/>
          <a:lstStyle/>
          <a:p>
            <a:fld id="{694433A7-0F59-4802-8FA1-790954D6E7FD}" type="datetimeFigureOut">
              <a:rPr lang="zh-CN" altLang="en-US" smtClean="0"/>
              <a:t>2025/5/29</a:t>
            </a:fld>
            <a:endParaRPr lang="zh-CN" altLang="en-US"/>
          </a:p>
        </p:txBody>
      </p:sp>
      <p:sp>
        <p:nvSpPr>
          <p:cNvPr id="5" name="页脚占位符 4"/>
          <p:cNvSpPr>
            <a:spLocks noGrp="1"/>
          </p:cNvSpPr>
          <p:nvPr>
            <p:ph type="ftr" sz="quarter" idx="11"/>
          </p:nvPr>
        </p:nvSpPr>
        <p:spPr>
          <a:xfrm>
            <a:off x="4038600" y="6356350"/>
            <a:ext cx="4114800" cy="365125"/>
          </a:xfr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p:spPr>
        <p:txBody>
          <a:bodyPr/>
          <a:lstStyle/>
          <a:p>
            <a:fld id="{06934043-AD65-45D8-8EAD-53732BD0E3A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theme" Target="../theme/theme2.xml"/><Relationship Id="rId4"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文本框 6"/>
          <p:cNvSpPr txBox="1"/>
          <p:nvPr userDrawn="1"/>
        </p:nvSpPr>
        <p:spPr>
          <a:xfrm>
            <a:off x="4318000" y="2971799"/>
            <a:ext cx="3556000" cy="230704"/>
          </a:xfrm>
          <a:prstGeom prst="rect">
            <a:avLst/>
          </a:prstGeom>
          <a:noFill/>
        </p:spPr>
        <p:txBody>
          <a:bodyPr wrap="square" rtlCol="0">
            <a:spAutoFit/>
          </a:bodyPr>
          <a:lstStyle/>
          <a:p>
            <a:r>
              <a:rPr lang="zh-CN" altLang="en-US" sz="300" dirty="0">
                <a:solidFill>
                  <a:schemeClr val="bg1"/>
                </a:solidFill>
                <a:latin typeface="微软雅黑" panose="020B0503020204020204" pitchFamily="34" charset="-122"/>
                <a:ea typeface="微软雅黑" panose="020B0503020204020204" pitchFamily="34" charset="-122"/>
                <a:sym typeface="+mn-ea"/>
              </a:rPr>
              <a:t>感谢您下载包图网平台上提供的</a:t>
            </a:r>
            <a:r>
              <a:rPr lang="en-US" altLang="zh-CN" sz="300" dirty="0">
                <a:solidFill>
                  <a:schemeClr val="bg1"/>
                </a:solidFill>
                <a:latin typeface="微软雅黑" panose="020B0503020204020204" pitchFamily="34" charset="-122"/>
                <a:ea typeface="微软雅黑" panose="020B0503020204020204" pitchFamily="34" charset="-122"/>
                <a:sym typeface="+mn-ea"/>
              </a:rPr>
              <a:t>PPT</a:t>
            </a:r>
            <a:r>
              <a:rPr lang="zh-CN" altLang="en-US" sz="300" dirty="0">
                <a:solidFill>
                  <a:schemeClr val="bg1"/>
                </a:solidFill>
                <a:latin typeface="微软雅黑" panose="020B0503020204020204" pitchFamily="34" charset="-122"/>
                <a:ea typeface="微软雅黑" panose="020B0503020204020204" pitchFamily="34" charset="-122"/>
                <a:sym typeface="+mn-ea"/>
              </a:rPr>
              <a:t>作品，为了您和包图网以及原创作者的利益，请勿复制、传播、销售，否则将承担法律责任！包图网将对作品进行维权，按照传播下载次数进行十倍的索取赔偿！</a:t>
            </a:r>
          </a:p>
          <a:p>
            <a:r>
              <a:rPr lang="en-US" altLang="zh-CN" sz="600" dirty="0">
                <a:solidFill>
                  <a:schemeClr val="bg1"/>
                </a:solidFill>
                <a:latin typeface="微软雅黑" panose="020B0503020204020204" pitchFamily="34" charset="-122"/>
                <a:ea typeface="微软雅黑" panose="020B0503020204020204" pitchFamily="34" charset="-122"/>
                <a:sym typeface="+mn-ea"/>
              </a:rPr>
              <a:t>ibaotu.com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microsoft.com/office/2007/relationships/hdphoto" Target="../media/hdphoto1.wdp"/><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4.xml"/><Relationship Id="rId7" Type="http://schemas.openxmlformats.org/officeDocument/2006/relationships/notesSlide" Target="../notesSlides/notesSlide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1.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8.svg"/></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9.xml"/><Relationship Id="rId7" Type="http://schemas.openxmlformats.org/officeDocument/2006/relationships/notesSlide" Target="../notesSlides/notesSlide4.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1.xml"/><Relationship Id="rId5" Type="http://schemas.openxmlformats.org/officeDocument/2006/relationships/tags" Target="../tags/tag11.xml"/><Relationship Id="rId10" Type="http://schemas.openxmlformats.org/officeDocument/2006/relationships/image" Target="../media/image9.png"/><Relationship Id="rId4" Type="http://schemas.openxmlformats.org/officeDocument/2006/relationships/tags" Target="../tags/tag10.xml"/><Relationship Id="rId9" Type="http://schemas.openxmlformats.org/officeDocument/2006/relationships/image" Target="../media/image8.svg"/></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14.xml"/><Relationship Id="rId7" Type="http://schemas.openxmlformats.org/officeDocument/2006/relationships/notesSlide" Target="../notesSlides/notesSlide5.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1.xml"/><Relationship Id="rId5" Type="http://schemas.openxmlformats.org/officeDocument/2006/relationships/tags" Target="../tags/tag16.xml"/><Relationship Id="rId10" Type="http://schemas.openxmlformats.org/officeDocument/2006/relationships/image" Target="../media/image10.png"/><Relationship Id="rId4" Type="http://schemas.openxmlformats.org/officeDocument/2006/relationships/tags" Target="../tags/tag15.xml"/><Relationship Id="rId9" Type="http://schemas.openxmlformats.org/officeDocument/2006/relationships/image" Target="../media/image8.sv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18.xml"/><Relationship Id="rId7" Type="http://schemas.openxmlformats.org/officeDocument/2006/relationships/tags" Target="../tags/tag22.xml"/><Relationship Id="rId2" Type="http://schemas.openxmlformats.org/officeDocument/2006/relationships/tags" Target="../tags/tag17.xml"/><Relationship Id="rId1" Type="http://schemas.openxmlformats.org/officeDocument/2006/relationships/themeOverride" Target="../theme/themeOverride1.xml"/><Relationship Id="rId6" Type="http://schemas.openxmlformats.org/officeDocument/2006/relationships/tags" Target="../tags/tag21.xml"/><Relationship Id="rId11" Type="http://schemas.openxmlformats.org/officeDocument/2006/relationships/image" Target="../media/image8.svg"/><Relationship Id="rId5" Type="http://schemas.openxmlformats.org/officeDocument/2006/relationships/tags" Target="../tags/tag20.xml"/><Relationship Id="rId10" Type="http://schemas.openxmlformats.org/officeDocument/2006/relationships/image" Target="../media/image7.png"/><Relationship Id="rId4" Type="http://schemas.openxmlformats.org/officeDocument/2006/relationships/tags" Target="../tags/tag19.xml"/><Relationship Id="rId9"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25.xml"/><Relationship Id="rId7" Type="http://schemas.openxmlformats.org/officeDocument/2006/relationships/notesSlide" Target="../notesSlides/notesSlide7.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Layout" Target="../slideLayouts/slideLayout1.xml"/><Relationship Id="rId11" Type="http://schemas.openxmlformats.org/officeDocument/2006/relationships/image" Target="../media/image12.png"/><Relationship Id="rId5" Type="http://schemas.openxmlformats.org/officeDocument/2006/relationships/tags" Target="../tags/tag27.xml"/><Relationship Id="rId10" Type="http://schemas.openxmlformats.org/officeDocument/2006/relationships/image" Target="../media/image11.png"/><Relationship Id="rId4" Type="http://schemas.openxmlformats.org/officeDocument/2006/relationships/tags" Target="../tags/tag26.xml"/><Relationship Id="rId9" Type="http://schemas.openxmlformats.org/officeDocument/2006/relationships/image" Target="../media/image8.sv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0.xml"/><Relationship Id="rId7" Type="http://schemas.openxmlformats.org/officeDocument/2006/relationships/notesSlide" Target="../notesSlides/notesSlide8.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slideLayout" Target="../slideLayouts/slideLayout1.xml"/><Relationship Id="rId11" Type="http://schemas.openxmlformats.org/officeDocument/2006/relationships/image" Target="../media/image14.emf"/><Relationship Id="rId5" Type="http://schemas.openxmlformats.org/officeDocument/2006/relationships/tags" Target="../tags/tag32.xml"/><Relationship Id="rId10" Type="http://schemas.openxmlformats.org/officeDocument/2006/relationships/image" Target="../media/image13.png"/><Relationship Id="rId4" Type="http://schemas.openxmlformats.org/officeDocument/2006/relationships/tags" Target="../tags/tag31.xml"/><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tags" Target="../tags/tag35.xml"/><Relationship Id="rId7" Type="http://schemas.openxmlformats.org/officeDocument/2006/relationships/notesSlide" Target="../notesSlides/notesSlide9.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slideLayout" Target="../slideLayouts/slideLayout1.xml"/><Relationship Id="rId5" Type="http://schemas.openxmlformats.org/officeDocument/2006/relationships/tags" Target="../tags/tag37.xml"/><Relationship Id="rId10" Type="http://schemas.openxmlformats.org/officeDocument/2006/relationships/image" Target="../media/image15.png"/><Relationship Id="rId4" Type="http://schemas.openxmlformats.org/officeDocument/2006/relationships/tags" Target="../tags/tag36.xml"/><Relationship Id="rId9" Type="http://schemas.openxmlformats.org/officeDocument/2006/relationships/image" Target="../media/image8.svg"/></Relationships>
</file>

<file path=ppt/slides/_rels/slide1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tags" Target="../tags/tag40.xml"/><Relationship Id="rId7" Type="http://schemas.openxmlformats.org/officeDocument/2006/relationships/image" Target="../media/image16.png"/><Relationship Id="rId2" Type="http://schemas.openxmlformats.org/officeDocument/2006/relationships/tags" Target="../tags/tag39.xml"/><Relationship Id="rId1" Type="http://schemas.openxmlformats.org/officeDocument/2006/relationships/tags" Target="../tags/tag38.xml"/><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tags" Target="../tags/tag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3">
            <a:extLst>
              <a:ext uri="{28A0092B-C50C-407E-A947-70E740481C1C}">
                <a14:useLocalDpi xmlns:a14="http://schemas.microsoft.com/office/drawing/2010/main" val="0"/>
              </a:ext>
            </a:extLst>
          </a:blip>
          <a:srcRect b="23453"/>
          <a:stretch>
            <a:fillRect/>
          </a:stretch>
        </p:blipFill>
        <p:spPr>
          <a:xfrm>
            <a:off x="0" y="1121229"/>
            <a:ext cx="12192000" cy="5736771"/>
          </a:xfrm>
          <a:prstGeom prst="rect">
            <a:avLst/>
          </a:prstGeom>
        </p:spPr>
      </p:pic>
      <p:sp>
        <p:nvSpPr>
          <p:cNvPr id="27" name="矩形 26"/>
          <p:cNvSpPr/>
          <p:nvPr/>
        </p:nvSpPr>
        <p:spPr>
          <a:xfrm>
            <a:off x="0" y="175911"/>
            <a:ext cx="12192000" cy="4887686"/>
          </a:xfrm>
          <a:prstGeom prst="rect">
            <a:avLst/>
          </a:prstGeom>
          <a:gradFill>
            <a:gsLst>
              <a:gs pos="47000">
                <a:schemeClr val="bg1"/>
              </a:gs>
              <a:gs pos="0">
                <a:sysClr val="window" lastClr="FFFFFF"/>
              </a:gs>
              <a:gs pos="100000">
                <a:sysClr val="window" lastClr="FFFFFF">
                  <a:alpha val="0"/>
                </a:sysClr>
              </a:gs>
            </a:gsLst>
            <a:lin ang="5400000" scaled="1"/>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等线" panose="02010600030101010101" charset="-122"/>
              <a:ea typeface="等线" panose="02010600030101010101" charset="-122"/>
              <a:cs typeface="+mn-cs"/>
            </a:endParaRPr>
          </a:p>
        </p:txBody>
      </p:sp>
      <p:pic>
        <p:nvPicPr>
          <p:cNvPr id="28" name="图片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53832" y="335946"/>
            <a:ext cx="3463612" cy="558714"/>
          </a:xfrm>
          <a:prstGeom prst="rect">
            <a:avLst/>
          </a:prstGeom>
        </p:spPr>
      </p:pic>
      <p:sp>
        <p:nvSpPr>
          <p:cNvPr id="13" name="任意多边形: 形状 12"/>
          <p:cNvSpPr/>
          <p:nvPr/>
        </p:nvSpPr>
        <p:spPr>
          <a:xfrm>
            <a:off x="0" y="5736771"/>
            <a:ext cx="12192000" cy="1043080"/>
          </a:xfrm>
          <a:custGeom>
            <a:avLst/>
            <a:gdLst>
              <a:gd name="connsiteX0" fmla="*/ 12192000 w 12192000"/>
              <a:gd name="connsiteY0" fmla="*/ 0 h 1043080"/>
              <a:gd name="connsiteX1" fmla="*/ 12192000 w 12192000"/>
              <a:gd name="connsiteY1" fmla="*/ 1043080 h 1043080"/>
              <a:gd name="connsiteX2" fmla="*/ 0 w 12192000"/>
              <a:gd name="connsiteY2" fmla="*/ 1043080 h 1043080"/>
              <a:gd name="connsiteX3" fmla="*/ 0 w 12192000"/>
              <a:gd name="connsiteY3" fmla="*/ 1 h 1043080"/>
              <a:gd name="connsiteX4" fmla="*/ 439157 w 12192000"/>
              <a:gd name="connsiteY4" fmla="*/ 85438 h 1043080"/>
              <a:gd name="connsiteX5" fmla="*/ 6096000 w 12192000"/>
              <a:gd name="connsiteY5" fmla="*/ 570082 h 1043080"/>
              <a:gd name="connsiteX6" fmla="*/ 11752843 w 12192000"/>
              <a:gd name="connsiteY6" fmla="*/ 85438 h 104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043080">
                <a:moveTo>
                  <a:pt x="12192000" y="0"/>
                </a:moveTo>
                <a:lnTo>
                  <a:pt x="12192000" y="1043080"/>
                </a:lnTo>
                <a:lnTo>
                  <a:pt x="0" y="1043080"/>
                </a:lnTo>
                <a:lnTo>
                  <a:pt x="0" y="1"/>
                </a:lnTo>
                <a:lnTo>
                  <a:pt x="439157" y="85438"/>
                </a:lnTo>
                <a:cubicBezTo>
                  <a:pt x="2120728" y="394518"/>
                  <a:pt x="4047769" y="570082"/>
                  <a:pt x="6096000" y="570082"/>
                </a:cubicBezTo>
                <a:cubicBezTo>
                  <a:pt x="8144232" y="570082"/>
                  <a:pt x="10071272" y="394518"/>
                  <a:pt x="11752843" y="85438"/>
                </a:cubicBezTo>
                <a:close/>
              </a:path>
            </a:pathLst>
          </a:custGeom>
          <a:solidFill>
            <a:schemeClr val="accent3">
              <a:alpha val="8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12" name="任意多边形: 形状 11"/>
          <p:cNvSpPr/>
          <p:nvPr/>
        </p:nvSpPr>
        <p:spPr>
          <a:xfrm>
            <a:off x="0" y="5814920"/>
            <a:ext cx="12192000" cy="1043080"/>
          </a:xfrm>
          <a:custGeom>
            <a:avLst/>
            <a:gdLst>
              <a:gd name="connsiteX0" fmla="*/ 12192000 w 12192000"/>
              <a:gd name="connsiteY0" fmla="*/ 0 h 1043080"/>
              <a:gd name="connsiteX1" fmla="*/ 12192000 w 12192000"/>
              <a:gd name="connsiteY1" fmla="*/ 1043080 h 1043080"/>
              <a:gd name="connsiteX2" fmla="*/ 0 w 12192000"/>
              <a:gd name="connsiteY2" fmla="*/ 1043080 h 1043080"/>
              <a:gd name="connsiteX3" fmla="*/ 0 w 12192000"/>
              <a:gd name="connsiteY3" fmla="*/ 1 h 1043080"/>
              <a:gd name="connsiteX4" fmla="*/ 439157 w 12192000"/>
              <a:gd name="connsiteY4" fmla="*/ 85438 h 1043080"/>
              <a:gd name="connsiteX5" fmla="*/ 6096000 w 12192000"/>
              <a:gd name="connsiteY5" fmla="*/ 570082 h 1043080"/>
              <a:gd name="connsiteX6" fmla="*/ 11752843 w 12192000"/>
              <a:gd name="connsiteY6" fmla="*/ 85438 h 104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043080">
                <a:moveTo>
                  <a:pt x="12192000" y="0"/>
                </a:moveTo>
                <a:lnTo>
                  <a:pt x="12192000" y="1043080"/>
                </a:lnTo>
                <a:lnTo>
                  <a:pt x="0" y="1043080"/>
                </a:lnTo>
                <a:lnTo>
                  <a:pt x="0" y="1"/>
                </a:lnTo>
                <a:lnTo>
                  <a:pt x="439157" y="85438"/>
                </a:lnTo>
                <a:cubicBezTo>
                  <a:pt x="2120728" y="394518"/>
                  <a:pt x="4047769" y="570082"/>
                  <a:pt x="6096000" y="570082"/>
                </a:cubicBezTo>
                <a:cubicBezTo>
                  <a:pt x="8144232" y="570082"/>
                  <a:pt x="10071272" y="394518"/>
                  <a:pt x="11752843" y="85438"/>
                </a:cubicBezTo>
                <a:close/>
              </a:path>
            </a:pathLst>
          </a:cu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
        <p:nvSpPr>
          <p:cNvPr id="34" name="矩形 33"/>
          <p:cNvSpPr/>
          <p:nvPr/>
        </p:nvSpPr>
        <p:spPr>
          <a:xfrm>
            <a:off x="-635" y="1246505"/>
            <a:ext cx="12193270" cy="849976"/>
          </a:xfrm>
          <a:prstGeom prst="rect">
            <a:avLst/>
          </a:prstGeom>
        </p:spPr>
        <p:txBody>
          <a:bodyPr wrap="square">
            <a:spAutoFit/>
          </a:bodyPr>
          <a:lstStyle/>
          <a:p>
            <a:pPr algn="ctr" defTabSz="914400">
              <a:lnSpc>
                <a:spcPct val="150000"/>
              </a:lnSpc>
              <a:defRPr/>
            </a:pPr>
            <a:r>
              <a:rPr lang="zh-CN" altLang="en-US" sz="3600" b="1" dirty="0">
                <a:solidFill>
                  <a:srgbClr val="054B92"/>
                </a:solidFill>
                <a:latin typeface="方正小标宋简体" panose="03000509000000000000" charset="-122"/>
                <a:ea typeface="方正小标宋简体" panose="03000509000000000000" charset="-122"/>
              </a:rPr>
              <a:t>基于深度学习的水下图像清晰化与目标检测方法研究</a:t>
            </a:r>
            <a:endParaRPr lang="en-US" altLang="zh-CN" sz="3600" b="1" dirty="0">
              <a:solidFill>
                <a:srgbClr val="054B92"/>
              </a:solidFill>
              <a:latin typeface="方正小标宋简体" panose="03000509000000000000" charset="-122"/>
              <a:ea typeface="方正小标宋简体" panose="03000509000000000000" charset="-122"/>
            </a:endParaRPr>
          </a:p>
        </p:txBody>
      </p:sp>
      <p:sp>
        <p:nvSpPr>
          <p:cNvPr id="10" name="文本框 9"/>
          <p:cNvSpPr txBox="1"/>
          <p:nvPr/>
        </p:nvSpPr>
        <p:spPr>
          <a:xfrm>
            <a:off x="1082430" y="2889366"/>
            <a:ext cx="10261601"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2400" b="1" i="0" u="none" strike="noStrike" kern="1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团队成员：李凯旋、陈姝灼、周乔宇、王博</a:t>
            </a:r>
            <a:r>
              <a:rPr lang="zh-CN" altLang="en-US" sz="2400" b="1" kern="10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、朱佳佳</a:t>
            </a:r>
            <a:endParaRPr kumimoji="0" lang="zh-CN" sz="2400" b="1" i="0" u="none" strike="noStrike" kern="1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sz="2400" b="1" i="0" u="none" strike="noStrike" kern="1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指导老师：</a:t>
            </a:r>
            <a:r>
              <a:rPr kumimoji="0" lang="zh-CN" altLang="en-US" sz="2400" b="1" i="0" u="none" strike="noStrike" kern="1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400" b="1" kern="100" noProof="0"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rPr>
              <a:t>王丽、周颖</a:t>
            </a:r>
          </a:p>
        </p:txBody>
      </p:sp>
      <p:cxnSp>
        <p:nvCxnSpPr>
          <p:cNvPr id="11" name="直接连接符 10"/>
          <p:cNvCxnSpPr/>
          <p:nvPr/>
        </p:nvCxnSpPr>
        <p:spPr>
          <a:xfrm>
            <a:off x="635861" y="2662796"/>
            <a:ext cx="10909415" cy="0"/>
          </a:xfrm>
          <a:prstGeom prst="line">
            <a:avLst/>
          </a:prstGeom>
          <a:ln w="19050">
            <a:gradFill flip="none" rotWithShape="1">
              <a:gsLst>
                <a:gs pos="0">
                  <a:schemeClr val="accent3">
                    <a:alpha val="0"/>
                  </a:schemeClr>
                </a:gs>
                <a:gs pos="50000">
                  <a:schemeClr val="accent3"/>
                </a:gs>
                <a:gs pos="100000">
                  <a:schemeClr val="accent3">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图片 34"/>
          <p:cNvPicPr>
            <a:picLocks noChangeAspect="1"/>
          </p:cNvPicPr>
          <p:nvPr/>
        </p:nvPicPr>
        <p:blipFill>
          <a:blip r:embed="rId3">
            <a:alphaModFix amt="40000"/>
          </a:blip>
          <a:srcRect t="8920" r="31126" b="15239"/>
          <a:stretch>
            <a:fillRect/>
          </a:stretch>
        </p:blipFill>
        <p:spPr>
          <a:xfrm>
            <a:off x="0" y="13457"/>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2192000" h="6858000">
                <a:moveTo>
                  <a:pt x="0" y="0"/>
                </a:moveTo>
                <a:lnTo>
                  <a:pt x="12192000" y="0"/>
                </a:lnTo>
                <a:lnTo>
                  <a:pt x="12192000" y="6858000"/>
                </a:lnTo>
                <a:lnTo>
                  <a:pt x="0" y="6858000"/>
                </a:lnTo>
                <a:close/>
              </a:path>
            </a:pathLst>
          </a:custGeom>
        </p:spPr>
      </p:pic>
      <p:pic>
        <p:nvPicPr>
          <p:cNvPr id="36" name="图片 35" descr="电脑屏幕的照片上有字&#10;&#10;低可信度描述已自动生成"/>
          <p:cNvPicPr>
            <a:picLocks noChangeAspect="1"/>
          </p:cNvPicPr>
          <p:nvPr/>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63879" y="445911"/>
            <a:ext cx="3749040" cy="679514"/>
          </a:xfrm>
          <a:prstGeom prst="rect">
            <a:avLst/>
          </a:prstGeom>
          <a:ln>
            <a:noFill/>
          </a:ln>
        </p:spPr>
      </p:pic>
      <p:cxnSp>
        <p:nvCxnSpPr>
          <p:cNvPr id="16" name="直接连接符 15"/>
          <p:cNvCxnSpPr/>
          <p:nvPr/>
        </p:nvCxnSpPr>
        <p:spPr>
          <a:xfrm>
            <a:off x="1526909" y="3750156"/>
            <a:ext cx="4188460" cy="0"/>
          </a:xfrm>
          <a:prstGeom prst="line">
            <a:avLst/>
          </a:prstGeom>
          <a:ln>
            <a:gradFill flip="none" rotWithShape="1">
              <a:gsLst>
                <a:gs pos="0">
                  <a:schemeClr val="bg1">
                    <a:alpha val="40000"/>
                  </a:schemeClr>
                </a:gs>
                <a:gs pos="100000">
                  <a:schemeClr val="bg1">
                    <a:alpha val="0"/>
                  </a:schemeClr>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14" name="圆角矩形 13"/>
          <p:cNvSpPr/>
          <p:nvPr/>
        </p:nvSpPr>
        <p:spPr>
          <a:xfrm>
            <a:off x="663172" y="2238721"/>
            <a:ext cx="6199505" cy="456565"/>
          </a:xfrm>
          <a:prstGeom prst="roundRect">
            <a:avLst/>
          </a:prstGeom>
          <a:solidFill>
            <a:srgbClr val="0E65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90204" pitchFamily="34" charset="0"/>
              <a:buNone/>
              <a:defRPr/>
            </a:pPr>
            <a:r>
              <a:rPr lang="en-US" altLang="zh-CN" b="1" dirty="0">
                <a:solidFill>
                  <a:prstClr val="white"/>
                </a:solidFill>
              </a:rPr>
              <a:t> </a:t>
            </a:r>
            <a:endParaRPr lang="zh-CN" altLang="en-US" b="1" dirty="0">
              <a:solidFill>
                <a:prstClr val="white"/>
              </a:solidFill>
            </a:endParaRPr>
          </a:p>
        </p:txBody>
      </p:sp>
      <p:cxnSp>
        <p:nvCxnSpPr>
          <p:cNvPr id="17" name="直接连接符 16"/>
          <p:cNvCxnSpPr/>
          <p:nvPr/>
        </p:nvCxnSpPr>
        <p:spPr>
          <a:xfrm>
            <a:off x="1311090" y="2238497"/>
            <a:ext cx="0" cy="45593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34"/>
          <p:cNvSpPr txBox="1">
            <a:spLocks noChangeArrowheads="1"/>
          </p:cNvSpPr>
          <p:nvPr/>
        </p:nvSpPr>
        <p:spPr bwMode="auto">
          <a:xfrm>
            <a:off x="755464" y="2238973"/>
            <a:ext cx="555625" cy="344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lnSpc>
                <a:spcPct val="90000"/>
              </a:lnSpc>
              <a:spcBef>
                <a:spcPts val="1000"/>
              </a:spcBef>
              <a:buFont typeface="Arial" panose="020B060402020209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9pPr>
          </a:lstStyle>
          <a:p>
            <a:pPr algn="l" eaLnBrk="1" hangingPunct="1">
              <a:lnSpc>
                <a:spcPct val="100000"/>
              </a:lnSpc>
              <a:spcBef>
                <a:spcPts val="1000"/>
              </a:spcBef>
              <a:buClrTx/>
              <a:buSzTx/>
              <a:buFont typeface="Arial" panose="020B0604020202090204" pitchFamily="34" charset="0"/>
              <a:buNone/>
            </a:pPr>
            <a:r>
              <a:rPr lang="en-US" altLang="zh-CN" sz="2400" b="1" dirty="0">
                <a:solidFill>
                  <a:srgbClr val="FFFFFF"/>
                </a:solidFill>
                <a:latin typeface="华文宋体" panose="02010600040101010101" charset="-122"/>
                <a:ea typeface="华文宋体" panose="02010600040101010101" charset="-122"/>
              </a:rPr>
              <a:t>01</a:t>
            </a:r>
          </a:p>
        </p:txBody>
      </p:sp>
      <p:sp>
        <p:nvSpPr>
          <p:cNvPr id="22" name="TextBox 35"/>
          <p:cNvSpPr txBox="1">
            <a:spLocks noChangeArrowheads="1"/>
          </p:cNvSpPr>
          <p:nvPr/>
        </p:nvSpPr>
        <p:spPr bwMode="auto">
          <a:xfrm>
            <a:off x="1409297" y="2235452"/>
            <a:ext cx="4023360" cy="344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lnSpc>
                <a:spcPct val="90000"/>
              </a:lnSpc>
              <a:spcBef>
                <a:spcPts val="1000"/>
              </a:spcBef>
              <a:buFont typeface="Arial" panose="020B060402020209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9pPr>
          </a:lstStyle>
          <a:p>
            <a:pPr algn="l" eaLnBrk="1" hangingPunct="1">
              <a:lnSpc>
                <a:spcPct val="100000"/>
              </a:lnSpc>
              <a:buClrTx/>
              <a:buSzTx/>
              <a:buNone/>
            </a:pPr>
            <a:r>
              <a:rPr lang="en-US" altLang="zh-CN" sz="2400" b="1" dirty="0" err="1">
                <a:solidFill>
                  <a:srgbClr val="FFFFFF"/>
                </a:solidFill>
                <a:latin typeface="仿宋" charset="0"/>
                <a:ea typeface="仿宋" charset="0"/>
              </a:rPr>
              <a:t>项目简介</a:t>
            </a:r>
            <a:endParaRPr lang="en-US" altLang="zh-CN" sz="2400" b="1" dirty="0">
              <a:solidFill>
                <a:srgbClr val="FFFFFF"/>
              </a:solidFill>
              <a:latin typeface="仿宋" charset="0"/>
              <a:ea typeface="仿宋" charset="0"/>
            </a:endParaRPr>
          </a:p>
        </p:txBody>
      </p:sp>
      <p:sp>
        <p:nvSpPr>
          <p:cNvPr id="23" name="圆角矩形 37"/>
          <p:cNvSpPr/>
          <p:nvPr/>
        </p:nvSpPr>
        <p:spPr>
          <a:xfrm>
            <a:off x="663172" y="3361145"/>
            <a:ext cx="6199505" cy="455930"/>
          </a:xfrm>
          <a:prstGeom prst="roundRect">
            <a:avLst/>
          </a:prstGeom>
          <a:solidFill>
            <a:srgbClr val="0E65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90204" pitchFamily="34" charset="0"/>
              <a:buNone/>
              <a:defRPr/>
            </a:pPr>
            <a:r>
              <a:rPr lang="en-US" altLang="zh-CN" sz="2400" b="1" dirty="0">
                <a:solidFill>
                  <a:prstClr val="white"/>
                </a:solidFill>
              </a:rPr>
              <a:t> </a:t>
            </a:r>
            <a:endParaRPr lang="zh-CN" altLang="en-US" sz="2400" b="1" dirty="0">
              <a:solidFill>
                <a:prstClr val="white"/>
              </a:solidFill>
            </a:endParaRPr>
          </a:p>
        </p:txBody>
      </p:sp>
      <p:cxnSp>
        <p:nvCxnSpPr>
          <p:cNvPr id="24" name="直接连接符 23"/>
          <p:cNvCxnSpPr/>
          <p:nvPr/>
        </p:nvCxnSpPr>
        <p:spPr>
          <a:xfrm>
            <a:off x="1311090" y="3361239"/>
            <a:ext cx="0" cy="45529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5" name="TextBox 53"/>
          <p:cNvSpPr txBox="1">
            <a:spLocks noChangeArrowheads="1"/>
          </p:cNvSpPr>
          <p:nvPr/>
        </p:nvSpPr>
        <p:spPr bwMode="auto">
          <a:xfrm>
            <a:off x="757152" y="3348222"/>
            <a:ext cx="555625" cy="344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lnSpc>
                <a:spcPct val="90000"/>
              </a:lnSpc>
              <a:spcBef>
                <a:spcPts val="1000"/>
              </a:spcBef>
              <a:buFont typeface="Arial" panose="020B060402020209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 typeface="Arial" panose="020B0604020202090204" pitchFamily="34" charset="0"/>
              <a:buNone/>
            </a:pPr>
            <a:r>
              <a:rPr lang="en-US" altLang="zh-CN" sz="2400" b="1" dirty="0">
                <a:solidFill>
                  <a:srgbClr val="FFFFFF"/>
                </a:solidFill>
                <a:latin typeface="华文宋体" panose="02010600040101010101" charset="-122"/>
                <a:ea typeface="华文宋体" panose="02010600040101010101" charset="-122"/>
              </a:rPr>
              <a:t>02</a:t>
            </a:r>
          </a:p>
        </p:txBody>
      </p:sp>
      <p:sp>
        <p:nvSpPr>
          <p:cNvPr id="26" name="TextBox 55"/>
          <p:cNvSpPr txBox="1">
            <a:spLocks noChangeArrowheads="1"/>
          </p:cNvSpPr>
          <p:nvPr/>
        </p:nvSpPr>
        <p:spPr bwMode="auto">
          <a:xfrm>
            <a:off x="1409297" y="3350350"/>
            <a:ext cx="1384300" cy="344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lnSpc>
                <a:spcPct val="90000"/>
              </a:lnSpc>
              <a:spcBef>
                <a:spcPts val="1000"/>
              </a:spcBef>
              <a:buFont typeface="Arial" panose="020B060402020209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9pPr>
          </a:lstStyle>
          <a:p>
            <a:pPr algn="l">
              <a:lnSpc>
                <a:spcPct val="100000"/>
              </a:lnSpc>
              <a:spcBef>
                <a:spcPct val="0"/>
              </a:spcBef>
              <a:buNone/>
            </a:pPr>
            <a:r>
              <a:rPr lang="zh-CN" altLang="en-US" sz="2400" b="1" dirty="0">
                <a:solidFill>
                  <a:srgbClr val="FFFFFF"/>
                </a:solidFill>
                <a:latin typeface="仿宋" charset="0"/>
                <a:ea typeface="仿宋" charset="0"/>
              </a:rPr>
              <a:t>主要工作</a:t>
            </a:r>
          </a:p>
        </p:txBody>
      </p:sp>
      <p:sp>
        <p:nvSpPr>
          <p:cNvPr id="27" name="圆角矩形 58"/>
          <p:cNvSpPr/>
          <p:nvPr/>
        </p:nvSpPr>
        <p:spPr>
          <a:xfrm>
            <a:off x="663172" y="4475313"/>
            <a:ext cx="6199505" cy="457835"/>
          </a:xfrm>
          <a:prstGeom prst="roundRect">
            <a:avLst/>
          </a:prstGeom>
          <a:solidFill>
            <a:srgbClr val="0E65A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90204" pitchFamily="34" charset="0"/>
              <a:buNone/>
              <a:defRPr/>
            </a:pPr>
            <a:r>
              <a:rPr lang="en-US" altLang="zh-CN" sz="2400" b="1" dirty="0">
                <a:solidFill>
                  <a:prstClr val="white"/>
                </a:solidFill>
              </a:rPr>
              <a:t> </a:t>
            </a:r>
            <a:endParaRPr lang="zh-CN" altLang="en-US" sz="2400" b="1" dirty="0">
              <a:solidFill>
                <a:prstClr val="white"/>
              </a:solidFill>
            </a:endParaRPr>
          </a:p>
        </p:txBody>
      </p:sp>
      <p:cxnSp>
        <p:nvCxnSpPr>
          <p:cNvPr id="28" name="直接连接符 27"/>
          <p:cNvCxnSpPr/>
          <p:nvPr/>
        </p:nvCxnSpPr>
        <p:spPr>
          <a:xfrm>
            <a:off x="1316170" y="4479217"/>
            <a:ext cx="0" cy="45720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TextBox 60"/>
          <p:cNvSpPr txBox="1">
            <a:spLocks noChangeArrowheads="1"/>
          </p:cNvSpPr>
          <p:nvPr/>
        </p:nvSpPr>
        <p:spPr bwMode="auto">
          <a:xfrm>
            <a:off x="755465" y="4432520"/>
            <a:ext cx="555625" cy="344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lnSpc>
                <a:spcPct val="90000"/>
              </a:lnSpc>
              <a:spcBef>
                <a:spcPts val="1000"/>
              </a:spcBef>
              <a:buFont typeface="Arial" panose="020B060402020209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9pPr>
          </a:lstStyle>
          <a:p>
            <a:pPr eaLnBrk="1" hangingPunct="1">
              <a:lnSpc>
                <a:spcPct val="100000"/>
              </a:lnSpc>
              <a:spcBef>
                <a:spcPct val="0"/>
              </a:spcBef>
              <a:buFont typeface="Arial" panose="020B0604020202090204" pitchFamily="34" charset="0"/>
              <a:buNone/>
            </a:pPr>
            <a:r>
              <a:rPr lang="en-US" altLang="zh-CN" sz="2400" b="1" dirty="0">
                <a:solidFill>
                  <a:srgbClr val="FFFFFF"/>
                </a:solidFill>
                <a:latin typeface="华文宋体" panose="02010600040101010101" charset="-122"/>
                <a:ea typeface="华文宋体" panose="02010600040101010101" charset="-122"/>
              </a:rPr>
              <a:t>03</a:t>
            </a:r>
          </a:p>
        </p:txBody>
      </p:sp>
      <p:sp>
        <p:nvSpPr>
          <p:cNvPr id="30" name="TextBox 61"/>
          <p:cNvSpPr txBox="1">
            <a:spLocks noChangeArrowheads="1"/>
          </p:cNvSpPr>
          <p:nvPr/>
        </p:nvSpPr>
        <p:spPr bwMode="auto">
          <a:xfrm>
            <a:off x="1397867" y="4418528"/>
            <a:ext cx="5464810" cy="344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lnSpc>
                <a:spcPct val="90000"/>
              </a:lnSpc>
              <a:spcBef>
                <a:spcPts val="1000"/>
              </a:spcBef>
              <a:buFont typeface="Arial" panose="020B0604020202090204" pitchFamily="34" charset="0"/>
              <a:buChar char="•"/>
              <a:defRPr sz="2800">
                <a:solidFill>
                  <a:schemeClr val="tx1"/>
                </a:solidFill>
                <a:latin typeface="Calibri" panose="020F0502020204030204" pitchFamily="34" charset="0"/>
                <a:ea typeface="宋体" pitchFamily="2" charset="-122"/>
              </a:defRPr>
            </a:lvl1pPr>
            <a:lvl2pPr marL="742950" indent="-285750">
              <a:lnSpc>
                <a:spcPct val="90000"/>
              </a:lnSpc>
              <a:spcBef>
                <a:spcPts val="500"/>
              </a:spcBef>
              <a:buFont typeface="Arial" panose="020B0604020202090204" pitchFamily="34" charset="0"/>
              <a:buChar char="•"/>
              <a:defRPr sz="2400">
                <a:solidFill>
                  <a:schemeClr val="tx1"/>
                </a:solidFill>
                <a:latin typeface="Calibri" panose="020F0502020204030204" pitchFamily="34" charset="0"/>
                <a:ea typeface="宋体" pitchFamily="2" charset="-122"/>
              </a:defRPr>
            </a:lvl2pPr>
            <a:lvl3pPr marL="11430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3pPr>
            <a:lvl4pPr marL="16002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4pPr>
            <a:lvl5pPr marL="2057400" indent="-228600">
              <a:lnSpc>
                <a:spcPct val="90000"/>
              </a:lnSpc>
              <a:spcBef>
                <a:spcPts val="500"/>
              </a:spcBef>
              <a:buFont typeface="Arial" panose="020B0604020202090204" pitchFamily="34" charset="0"/>
              <a:buChar char="•"/>
              <a:defRPr sz="2000">
                <a:solidFill>
                  <a:schemeClr val="tx1"/>
                </a:solidFill>
                <a:latin typeface="Calibri" panose="020F0502020204030204" pitchFamily="34" charset="0"/>
                <a:ea typeface="宋体" pitchFamily="2" charset="-122"/>
              </a:defRPr>
            </a:lvl5pPr>
            <a:lvl6pPr marL="25146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6pPr>
            <a:lvl7pPr marL="29718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7pPr>
            <a:lvl8pPr marL="34290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8pPr>
            <a:lvl9pPr marL="3886200" indent="-228600" eaLnBrk="0" fontAlgn="base" hangingPunct="0">
              <a:lnSpc>
                <a:spcPct val="90000"/>
              </a:lnSpc>
              <a:spcBef>
                <a:spcPts val="500"/>
              </a:spcBef>
              <a:spcAft>
                <a:spcPct val="0"/>
              </a:spcAft>
              <a:buFont typeface="Arial" panose="020B0604020202090204" pitchFamily="34" charset="0"/>
              <a:buChar char="•"/>
              <a:defRPr sz="2000">
                <a:solidFill>
                  <a:schemeClr val="tx1"/>
                </a:solidFill>
                <a:latin typeface="Calibri" panose="020F0502020204030204" pitchFamily="34" charset="0"/>
                <a:ea typeface="宋体" pitchFamily="2" charset="-122"/>
              </a:defRPr>
            </a:lvl9pPr>
          </a:lstStyle>
          <a:p>
            <a:pPr algn="l" eaLnBrk="1" hangingPunct="1">
              <a:lnSpc>
                <a:spcPct val="100000"/>
              </a:lnSpc>
              <a:buClrTx/>
              <a:buSzTx/>
              <a:buNone/>
            </a:pPr>
            <a:r>
              <a:rPr lang="zh-CN" altLang="en-US" sz="2400" b="1" dirty="0">
                <a:solidFill>
                  <a:srgbClr val="FFFFFF"/>
                </a:solidFill>
                <a:latin typeface="仿宋" charset="0"/>
                <a:ea typeface="仿宋" charset="0"/>
                <a:sym typeface="+mn-ea"/>
              </a:rPr>
              <a:t>取得成果</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 y="1"/>
            <a:ext cx="12192000" cy="6858000"/>
          </a:xfrm>
          <a:prstGeom prst="rect">
            <a:avLst/>
          </a:prstGeom>
          <a:solidFill>
            <a:schemeClr val="accent1">
              <a:lumMod val="20000"/>
              <a:lumOff val="80000"/>
              <a:alpha val="60000"/>
            </a:schemeClr>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a:off x="564573" y="304025"/>
            <a:ext cx="11062855" cy="6249950"/>
          </a:xfrm>
          <a:prstGeom prst="roundRect">
            <a:avLst>
              <a:gd name="adj" fmla="val 0"/>
            </a:avLst>
          </a:prstGeom>
          <a:noFill/>
          <a:ln w="12700" cap="sq">
            <a:solidFill>
              <a:schemeClr val="accent1">
                <a:alpha val="100000"/>
              </a:schemeClr>
            </a:solidFill>
            <a:prstDash val="dash"/>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962890" y="568166"/>
            <a:ext cx="10266220" cy="5721668"/>
          </a:xfrm>
          <a:prstGeom prst="roundRect">
            <a:avLst>
              <a:gd name="adj" fmla="val 0"/>
            </a:avLst>
          </a:prstGeom>
          <a:solidFill>
            <a:schemeClr val="accent1"/>
          </a:solidFill>
          <a:ln w="12700" cap="flat">
            <a:solidFill>
              <a:schemeClr val="accent1">
                <a:shade val="15000"/>
              </a:schemeClr>
            </a:solid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1324331" y="985765"/>
            <a:ext cx="9543338" cy="4894635"/>
          </a:xfrm>
          <a:prstGeom prst="roundRect">
            <a:avLst>
              <a:gd name="adj" fmla="val 0"/>
            </a:avLst>
          </a:prstGeom>
          <a:solidFill>
            <a:schemeClr val="accent1">
              <a:lumMod val="20000"/>
              <a:lumOff val="80000"/>
            </a:schemeClr>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1324332" y="1010851"/>
            <a:ext cx="9543336" cy="4869550"/>
          </a:xfrm>
          <a:custGeom>
            <a:avLst/>
            <a:gdLst>
              <a:gd name="connsiteX0" fmla="*/ 7726441 w 9543336"/>
              <a:gd name="connsiteY0" fmla="*/ 3650120 h 4869550"/>
              <a:gd name="connsiteX1" fmla="*/ 8332073 w 9543336"/>
              <a:gd name="connsiteY1" fmla="*/ 4255752 h 4869550"/>
              <a:gd name="connsiteX2" fmla="*/ 8937704 w 9543336"/>
              <a:gd name="connsiteY2" fmla="*/ 3650120 h 4869550"/>
              <a:gd name="connsiteX3" fmla="*/ 9543336 w 9543336"/>
              <a:gd name="connsiteY3" fmla="*/ 4255752 h 4869550"/>
              <a:gd name="connsiteX4" fmla="*/ 8937704 w 9543336"/>
              <a:gd name="connsiteY4" fmla="*/ 4861384 h 4869550"/>
              <a:gd name="connsiteX5" fmla="*/ 8332073 w 9543336"/>
              <a:gd name="connsiteY5" fmla="*/ 4255753 h 4869550"/>
              <a:gd name="connsiteX6" fmla="*/ 7726441 w 9543336"/>
              <a:gd name="connsiteY6" fmla="*/ 4861384 h 4869550"/>
              <a:gd name="connsiteX7" fmla="*/ 7146632 w 9543336"/>
              <a:gd name="connsiteY7" fmla="*/ 4281575 h 4869550"/>
              <a:gd name="connsiteX8" fmla="*/ 6564100 w 9543336"/>
              <a:gd name="connsiteY8" fmla="*/ 4864106 h 4869550"/>
              <a:gd name="connsiteX9" fmla="*/ 5958468 w 9543336"/>
              <a:gd name="connsiteY9" fmla="*/ 4258475 h 4869550"/>
              <a:gd name="connsiteX10" fmla="*/ 5352837 w 9543336"/>
              <a:gd name="connsiteY10" fmla="*/ 4864106 h 4869550"/>
              <a:gd name="connsiteX11" fmla="*/ 4773027 w 9543336"/>
              <a:gd name="connsiteY11" fmla="*/ 4284297 h 4869550"/>
              <a:gd name="connsiteX12" fmla="*/ 4190496 w 9543336"/>
              <a:gd name="connsiteY12" fmla="*/ 4866828 h 4869550"/>
              <a:gd name="connsiteX13" fmla="*/ 3584864 w 9543336"/>
              <a:gd name="connsiteY13" fmla="*/ 4261197 h 4869550"/>
              <a:gd name="connsiteX14" fmla="*/ 2979233 w 9543336"/>
              <a:gd name="connsiteY14" fmla="*/ 4866828 h 4869550"/>
              <a:gd name="connsiteX15" fmla="*/ 2399428 w 9543336"/>
              <a:gd name="connsiteY15" fmla="*/ 4287019 h 4869550"/>
              <a:gd name="connsiteX16" fmla="*/ 1816896 w 9543336"/>
              <a:gd name="connsiteY16" fmla="*/ 4869550 h 4869550"/>
              <a:gd name="connsiteX17" fmla="*/ 1211266 w 9543336"/>
              <a:gd name="connsiteY17" fmla="*/ 4263919 h 4869550"/>
              <a:gd name="connsiteX18" fmla="*/ 605633 w 9543336"/>
              <a:gd name="connsiteY18" fmla="*/ 4869550 h 4869550"/>
              <a:gd name="connsiteX19" fmla="*/ 0 w 9543336"/>
              <a:gd name="connsiteY19" fmla="*/ 4263918 h 4869550"/>
              <a:gd name="connsiteX20" fmla="*/ 605633 w 9543336"/>
              <a:gd name="connsiteY20" fmla="*/ 3658286 h 4869550"/>
              <a:gd name="connsiteX21" fmla="*/ 1211266 w 9543336"/>
              <a:gd name="connsiteY21" fmla="*/ 4263918 h 4869550"/>
              <a:gd name="connsiteX22" fmla="*/ 1816896 w 9543336"/>
              <a:gd name="connsiteY22" fmla="*/ 3658286 h 4869550"/>
              <a:gd name="connsiteX23" fmla="*/ 2396706 w 9543336"/>
              <a:gd name="connsiteY23" fmla="*/ 4238096 h 4869550"/>
              <a:gd name="connsiteX24" fmla="*/ 2979233 w 9543336"/>
              <a:gd name="connsiteY24" fmla="*/ 3655564 h 4869550"/>
              <a:gd name="connsiteX25" fmla="*/ 3584864 w 9543336"/>
              <a:gd name="connsiteY25" fmla="*/ 4261196 h 4869550"/>
              <a:gd name="connsiteX26" fmla="*/ 4190496 w 9543336"/>
              <a:gd name="connsiteY26" fmla="*/ 3655564 h 4869550"/>
              <a:gd name="connsiteX27" fmla="*/ 4770305 w 9543336"/>
              <a:gd name="connsiteY27" fmla="*/ 4235374 h 4869550"/>
              <a:gd name="connsiteX28" fmla="*/ 5352837 w 9543336"/>
              <a:gd name="connsiteY28" fmla="*/ 3652842 h 4869550"/>
              <a:gd name="connsiteX29" fmla="*/ 5958468 w 9543336"/>
              <a:gd name="connsiteY29" fmla="*/ 4258474 h 4869550"/>
              <a:gd name="connsiteX30" fmla="*/ 6564100 w 9543336"/>
              <a:gd name="connsiteY30" fmla="*/ 3652842 h 4869550"/>
              <a:gd name="connsiteX31" fmla="*/ 7143910 w 9543336"/>
              <a:gd name="connsiteY31" fmla="*/ 4232652 h 4869550"/>
              <a:gd name="connsiteX32" fmla="*/ 7726441 w 9543336"/>
              <a:gd name="connsiteY32" fmla="*/ 2433413 h 4869550"/>
              <a:gd name="connsiteX33" fmla="*/ 8332073 w 9543336"/>
              <a:gd name="connsiteY33" fmla="*/ 3039044 h 4869550"/>
              <a:gd name="connsiteX34" fmla="*/ 8937704 w 9543336"/>
              <a:gd name="connsiteY34" fmla="*/ 2433413 h 4869550"/>
              <a:gd name="connsiteX35" fmla="*/ 9543336 w 9543336"/>
              <a:gd name="connsiteY35" fmla="*/ 3039045 h 4869550"/>
              <a:gd name="connsiteX36" fmla="*/ 8937704 w 9543336"/>
              <a:gd name="connsiteY36" fmla="*/ 3644677 h 4869550"/>
              <a:gd name="connsiteX37" fmla="*/ 8332073 w 9543336"/>
              <a:gd name="connsiteY37" fmla="*/ 3039045 h 4869550"/>
              <a:gd name="connsiteX38" fmla="*/ 7726441 w 9543336"/>
              <a:gd name="connsiteY38" fmla="*/ 3644677 h 4869550"/>
              <a:gd name="connsiteX39" fmla="*/ 7146631 w 9543336"/>
              <a:gd name="connsiteY39" fmla="*/ 3064867 h 4869550"/>
              <a:gd name="connsiteX40" fmla="*/ 6564100 w 9543336"/>
              <a:gd name="connsiteY40" fmla="*/ 3647399 h 4869550"/>
              <a:gd name="connsiteX41" fmla="*/ 5958468 w 9543336"/>
              <a:gd name="connsiteY41" fmla="*/ 3041767 h 4869550"/>
              <a:gd name="connsiteX42" fmla="*/ 5352837 w 9543336"/>
              <a:gd name="connsiteY42" fmla="*/ 3647399 h 4869550"/>
              <a:gd name="connsiteX43" fmla="*/ 4773027 w 9543336"/>
              <a:gd name="connsiteY43" fmla="*/ 3067589 h 4869550"/>
              <a:gd name="connsiteX44" fmla="*/ 4190496 w 9543336"/>
              <a:gd name="connsiteY44" fmla="*/ 3650121 h 4869550"/>
              <a:gd name="connsiteX45" fmla="*/ 3584864 w 9543336"/>
              <a:gd name="connsiteY45" fmla="*/ 3044489 h 4869550"/>
              <a:gd name="connsiteX46" fmla="*/ 2979233 w 9543336"/>
              <a:gd name="connsiteY46" fmla="*/ 3650121 h 4869550"/>
              <a:gd name="connsiteX47" fmla="*/ 2399427 w 9543336"/>
              <a:gd name="connsiteY47" fmla="*/ 3070311 h 4869550"/>
              <a:gd name="connsiteX48" fmla="*/ 1816896 w 9543336"/>
              <a:gd name="connsiteY48" fmla="*/ 3652843 h 4869550"/>
              <a:gd name="connsiteX49" fmla="*/ 1211265 w 9543336"/>
              <a:gd name="connsiteY49" fmla="*/ 3047212 h 4869550"/>
              <a:gd name="connsiteX50" fmla="*/ 605632 w 9543336"/>
              <a:gd name="connsiteY50" fmla="*/ 3652843 h 4869550"/>
              <a:gd name="connsiteX51" fmla="*/ 0 w 9543336"/>
              <a:gd name="connsiteY51" fmla="*/ 3047211 h 4869550"/>
              <a:gd name="connsiteX52" fmla="*/ 605632 w 9543336"/>
              <a:gd name="connsiteY52" fmla="*/ 2441579 h 4869550"/>
              <a:gd name="connsiteX53" fmla="*/ 1211265 w 9543336"/>
              <a:gd name="connsiteY53" fmla="*/ 3047210 h 4869550"/>
              <a:gd name="connsiteX54" fmla="*/ 1816896 w 9543336"/>
              <a:gd name="connsiteY54" fmla="*/ 2441579 h 4869550"/>
              <a:gd name="connsiteX55" fmla="*/ 2396704 w 9543336"/>
              <a:gd name="connsiteY55" fmla="*/ 3021388 h 4869550"/>
              <a:gd name="connsiteX56" fmla="*/ 2979233 w 9543336"/>
              <a:gd name="connsiteY56" fmla="*/ 2438857 h 4869550"/>
              <a:gd name="connsiteX57" fmla="*/ 3584864 w 9543336"/>
              <a:gd name="connsiteY57" fmla="*/ 3044488 h 4869550"/>
              <a:gd name="connsiteX58" fmla="*/ 4190496 w 9543336"/>
              <a:gd name="connsiteY58" fmla="*/ 2438857 h 4869550"/>
              <a:gd name="connsiteX59" fmla="*/ 4770305 w 9543336"/>
              <a:gd name="connsiteY59" fmla="*/ 3018666 h 4869550"/>
              <a:gd name="connsiteX60" fmla="*/ 5352837 w 9543336"/>
              <a:gd name="connsiteY60" fmla="*/ 2436135 h 4869550"/>
              <a:gd name="connsiteX61" fmla="*/ 5958468 w 9543336"/>
              <a:gd name="connsiteY61" fmla="*/ 3041766 h 4869550"/>
              <a:gd name="connsiteX62" fmla="*/ 6564100 w 9543336"/>
              <a:gd name="connsiteY62" fmla="*/ 2436135 h 4869550"/>
              <a:gd name="connsiteX63" fmla="*/ 7143910 w 9543336"/>
              <a:gd name="connsiteY63" fmla="*/ 3015944 h 4869550"/>
              <a:gd name="connsiteX64" fmla="*/ 7726441 w 9543336"/>
              <a:gd name="connsiteY64" fmla="*/ 1216706 h 4869550"/>
              <a:gd name="connsiteX65" fmla="*/ 8332073 w 9543336"/>
              <a:gd name="connsiteY65" fmla="*/ 1822337 h 4869550"/>
              <a:gd name="connsiteX66" fmla="*/ 8937704 w 9543336"/>
              <a:gd name="connsiteY66" fmla="*/ 1216706 h 4869550"/>
              <a:gd name="connsiteX67" fmla="*/ 9543336 w 9543336"/>
              <a:gd name="connsiteY67" fmla="*/ 1822338 h 4869550"/>
              <a:gd name="connsiteX68" fmla="*/ 8937704 w 9543336"/>
              <a:gd name="connsiteY68" fmla="*/ 2427970 h 4869550"/>
              <a:gd name="connsiteX69" fmla="*/ 8332073 w 9543336"/>
              <a:gd name="connsiteY69" fmla="*/ 1822338 h 4869550"/>
              <a:gd name="connsiteX70" fmla="*/ 7726441 w 9543336"/>
              <a:gd name="connsiteY70" fmla="*/ 2427970 h 4869550"/>
              <a:gd name="connsiteX71" fmla="*/ 7146631 w 9543336"/>
              <a:gd name="connsiteY71" fmla="*/ 1848160 h 4869550"/>
              <a:gd name="connsiteX72" fmla="*/ 6564100 w 9543336"/>
              <a:gd name="connsiteY72" fmla="*/ 2430692 h 4869550"/>
              <a:gd name="connsiteX73" fmla="*/ 5958468 w 9543336"/>
              <a:gd name="connsiteY73" fmla="*/ 1825060 h 4869550"/>
              <a:gd name="connsiteX74" fmla="*/ 5352837 w 9543336"/>
              <a:gd name="connsiteY74" fmla="*/ 2430692 h 4869550"/>
              <a:gd name="connsiteX75" fmla="*/ 4773027 w 9543336"/>
              <a:gd name="connsiteY75" fmla="*/ 1850882 h 4869550"/>
              <a:gd name="connsiteX76" fmla="*/ 4190496 w 9543336"/>
              <a:gd name="connsiteY76" fmla="*/ 2433414 h 4869550"/>
              <a:gd name="connsiteX77" fmla="*/ 3584864 w 9543336"/>
              <a:gd name="connsiteY77" fmla="*/ 1827782 h 4869550"/>
              <a:gd name="connsiteX78" fmla="*/ 2979233 w 9543336"/>
              <a:gd name="connsiteY78" fmla="*/ 2433414 h 4869550"/>
              <a:gd name="connsiteX79" fmla="*/ 2399427 w 9543336"/>
              <a:gd name="connsiteY79" fmla="*/ 1853605 h 4869550"/>
              <a:gd name="connsiteX80" fmla="*/ 1816896 w 9543336"/>
              <a:gd name="connsiteY80" fmla="*/ 2436136 h 4869550"/>
              <a:gd name="connsiteX81" fmla="*/ 1211265 w 9543336"/>
              <a:gd name="connsiteY81" fmla="*/ 1830505 h 4869550"/>
              <a:gd name="connsiteX82" fmla="*/ 605633 w 9543336"/>
              <a:gd name="connsiteY82" fmla="*/ 2436136 h 4869550"/>
              <a:gd name="connsiteX83" fmla="*/ 0 w 9543336"/>
              <a:gd name="connsiteY83" fmla="*/ 1830504 h 4869550"/>
              <a:gd name="connsiteX84" fmla="*/ 605633 w 9543336"/>
              <a:gd name="connsiteY84" fmla="*/ 1224872 h 4869550"/>
              <a:gd name="connsiteX85" fmla="*/ 1211265 w 9543336"/>
              <a:gd name="connsiteY85" fmla="*/ 1830503 h 4869550"/>
              <a:gd name="connsiteX86" fmla="*/ 1816896 w 9543336"/>
              <a:gd name="connsiteY86" fmla="*/ 1224872 h 4869550"/>
              <a:gd name="connsiteX87" fmla="*/ 2396704 w 9543336"/>
              <a:gd name="connsiteY87" fmla="*/ 1804681 h 4869550"/>
              <a:gd name="connsiteX88" fmla="*/ 2979233 w 9543336"/>
              <a:gd name="connsiteY88" fmla="*/ 1222150 h 4869550"/>
              <a:gd name="connsiteX89" fmla="*/ 3584864 w 9543336"/>
              <a:gd name="connsiteY89" fmla="*/ 1827781 h 4869550"/>
              <a:gd name="connsiteX90" fmla="*/ 4190496 w 9543336"/>
              <a:gd name="connsiteY90" fmla="*/ 1222150 h 4869550"/>
              <a:gd name="connsiteX91" fmla="*/ 4770305 w 9543336"/>
              <a:gd name="connsiteY91" fmla="*/ 1801960 h 4869550"/>
              <a:gd name="connsiteX92" fmla="*/ 5352837 w 9543336"/>
              <a:gd name="connsiteY92" fmla="*/ 1219428 h 4869550"/>
              <a:gd name="connsiteX93" fmla="*/ 5958468 w 9543336"/>
              <a:gd name="connsiteY93" fmla="*/ 1825059 h 4869550"/>
              <a:gd name="connsiteX94" fmla="*/ 6564100 w 9543336"/>
              <a:gd name="connsiteY94" fmla="*/ 1219428 h 4869550"/>
              <a:gd name="connsiteX95" fmla="*/ 7143909 w 9543336"/>
              <a:gd name="connsiteY95" fmla="*/ 1799237 h 4869550"/>
              <a:gd name="connsiteX96" fmla="*/ 7726441 w 9543336"/>
              <a:gd name="connsiteY96" fmla="*/ 0 h 4869550"/>
              <a:gd name="connsiteX97" fmla="*/ 8332072 w 9543336"/>
              <a:gd name="connsiteY97" fmla="*/ 605632 h 4869550"/>
              <a:gd name="connsiteX98" fmla="*/ 8937704 w 9543336"/>
              <a:gd name="connsiteY98" fmla="*/ 0 h 4869550"/>
              <a:gd name="connsiteX99" fmla="*/ 9543336 w 9543336"/>
              <a:gd name="connsiteY99" fmla="*/ 605632 h 4869550"/>
              <a:gd name="connsiteX100" fmla="*/ 8937704 w 9543336"/>
              <a:gd name="connsiteY100" fmla="*/ 1211263 h 4869550"/>
              <a:gd name="connsiteX101" fmla="*/ 8332072 w 9543336"/>
              <a:gd name="connsiteY101" fmla="*/ 605633 h 4869550"/>
              <a:gd name="connsiteX102" fmla="*/ 7726441 w 9543336"/>
              <a:gd name="connsiteY102" fmla="*/ 1211263 h 4869550"/>
              <a:gd name="connsiteX103" fmla="*/ 7146632 w 9543336"/>
              <a:gd name="connsiteY103" fmla="*/ 631455 h 4869550"/>
              <a:gd name="connsiteX104" fmla="*/ 6564100 w 9543336"/>
              <a:gd name="connsiteY104" fmla="*/ 1213985 h 4869550"/>
              <a:gd name="connsiteX105" fmla="*/ 5958468 w 9543336"/>
              <a:gd name="connsiteY105" fmla="*/ 608355 h 4869550"/>
              <a:gd name="connsiteX106" fmla="*/ 5352837 w 9543336"/>
              <a:gd name="connsiteY106" fmla="*/ 1213985 h 4869550"/>
              <a:gd name="connsiteX107" fmla="*/ 4773027 w 9543336"/>
              <a:gd name="connsiteY107" fmla="*/ 634177 h 4869550"/>
              <a:gd name="connsiteX108" fmla="*/ 4190496 w 9543336"/>
              <a:gd name="connsiteY108" fmla="*/ 1216707 h 4869550"/>
              <a:gd name="connsiteX109" fmla="*/ 3584864 w 9543336"/>
              <a:gd name="connsiteY109" fmla="*/ 611077 h 4869550"/>
              <a:gd name="connsiteX110" fmla="*/ 2979233 w 9543336"/>
              <a:gd name="connsiteY110" fmla="*/ 1216707 h 4869550"/>
              <a:gd name="connsiteX111" fmla="*/ 2399427 w 9543336"/>
              <a:gd name="connsiteY111" fmla="*/ 636900 h 4869550"/>
              <a:gd name="connsiteX112" fmla="*/ 1816896 w 9543336"/>
              <a:gd name="connsiteY112" fmla="*/ 1219429 h 4869550"/>
              <a:gd name="connsiteX113" fmla="*/ 1211265 w 9543336"/>
              <a:gd name="connsiteY113" fmla="*/ 613800 h 4869550"/>
              <a:gd name="connsiteX114" fmla="*/ 605632 w 9543336"/>
              <a:gd name="connsiteY114" fmla="*/ 1219429 h 4869550"/>
              <a:gd name="connsiteX115" fmla="*/ 0 w 9543336"/>
              <a:gd name="connsiteY115" fmla="*/ 613799 h 4869550"/>
              <a:gd name="connsiteX116" fmla="*/ 605632 w 9543336"/>
              <a:gd name="connsiteY116" fmla="*/ 8166 h 4869550"/>
              <a:gd name="connsiteX117" fmla="*/ 1211265 w 9543336"/>
              <a:gd name="connsiteY117" fmla="*/ 613798 h 4869550"/>
              <a:gd name="connsiteX118" fmla="*/ 1816896 w 9543336"/>
              <a:gd name="connsiteY118" fmla="*/ 8166 h 4869550"/>
              <a:gd name="connsiteX119" fmla="*/ 2396704 w 9543336"/>
              <a:gd name="connsiteY119" fmla="*/ 587976 h 4869550"/>
              <a:gd name="connsiteX120" fmla="*/ 2979233 w 9543336"/>
              <a:gd name="connsiteY120" fmla="*/ 5444 h 4869550"/>
              <a:gd name="connsiteX121" fmla="*/ 3584864 w 9543336"/>
              <a:gd name="connsiteY121" fmla="*/ 611076 h 4869550"/>
              <a:gd name="connsiteX122" fmla="*/ 4190496 w 9543336"/>
              <a:gd name="connsiteY122" fmla="*/ 5444 h 4869550"/>
              <a:gd name="connsiteX123" fmla="*/ 4770305 w 9543336"/>
              <a:gd name="connsiteY123" fmla="*/ 585254 h 4869550"/>
              <a:gd name="connsiteX124" fmla="*/ 5352837 w 9543336"/>
              <a:gd name="connsiteY124" fmla="*/ 2722 h 4869550"/>
              <a:gd name="connsiteX125" fmla="*/ 5958468 w 9543336"/>
              <a:gd name="connsiteY125" fmla="*/ 608354 h 4869550"/>
              <a:gd name="connsiteX126" fmla="*/ 6564100 w 9543336"/>
              <a:gd name="connsiteY126" fmla="*/ 2722 h 4869550"/>
              <a:gd name="connsiteX127" fmla="*/ 7143909 w 9543336"/>
              <a:gd name="connsiteY127" fmla="*/ 582532 h 4869550"/>
            </a:gdLst>
            <a:ahLst/>
            <a:cxnLst/>
            <a:rect l="l" t="t" r="r" b="b"/>
            <a:pathLst>
              <a:path w="9543336" h="4869550">
                <a:moveTo>
                  <a:pt x="7726441" y="3650120"/>
                </a:moveTo>
                <a:lnTo>
                  <a:pt x="8332073" y="4255752"/>
                </a:lnTo>
                <a:lnTo>
                  <a:pt x="8937704" y="3650120"/>
                </a:lnTo>
                <a:lnTo>
                  <a:pt x="9543336" y="4255752"/>
                </a:lnTo>
                <a:lnTo>
                  <a:pt x="8937704" y="4861384"/>
                </a:lnTo>
                <a:lnTo>
                  <a:pt x="8332073" y="4255753"/>
                </a:lnTo>
                <a:lnTo>
                  <a:pt x="7726441" y="4861384"/>
                </a:lnTo>
                <a:lnTo>
                  <a:pt x="7146632" y="4281575"/>
                </a:lnTo>
                <a:lnTo>
                  <a:pt x="6564100" y="4864106"/>
                </a:lnTo>
                <a:lnTo>
                  <a:pt x="5958468" y="4258475"/>
                </a:lnTo>
                <a:lnTo>
                  <a:pt x="5352837" y="4864106"/>
                </a:lnTo>
                <a:lnTo>
                  <a:pt x="4773027" y="4284297"/>
                </a:lnTo>
                <a:lnTo>
                  <a:pt x="4190496" y="4866828"/>
                </a:lnTo>
                <a:lnTo>
                  <a:pt x="3584864" y="4261197"/>
                </a:lnTo>
                <a:lnTo>
                  <a:pt x="2979233" y="4866828"/>
                </a:lnTo>
                <a:lnTo>
                  <a:pt x="2399428" y="4287019"/>
                </a:lnTo>
                <a:lnTo>
                  <a:pt x="1816896" y="4869550"/>
                </a:lnTo>
                <a:lnTo>
                  <a:pt x="1211266" y="4263919"/>
                </a:lnTo>
                <a:lnTo>
                  <a:pt x="605633" y="4869550"/>
                </a:lnTo>
                <a:lnTo>
                  <a:pt x="0" y="4263918"/>
                </a:lnTo>
                <a:lnTo>
                  <a:pt x="605633" y="3658286"/>
                </a:lnTo>
                <a:lnTo>
                  <a:pt x="1211266" y="4263918"/>
                </a:lnTo>
                <a:lnTo>
                  <a:pt x="1816896" y="3658286"/>
                </a:lnTo>
                <a:lnTo>
                  <a:pt x="2396706" y="4238096"/>
                </a:lnTo>
                <a:lnTo>
                  <a:pt x="2979233" y="3655564"/>
                </a:lnTo>
                <a:lnTo>
                  <a:pt x="3584864" y="4261196"/>
                </a:lnTo>
                <a:lnTo>
                  <a:pt x="4190496" y="3655564"/>
                </a:lnTo>
                <a:lnTo>
                  <a:pt x="4770305" y="4235374"/>
                </a:lnTo>
                <a:lnTo>
                  <a:pt x="5352837" y="3652842"/>
                </a:lnTo>
                <a:lnTo>
                  <a:pt x="5958468" y="4258474"/>
                </a:lnTo>
                <a:lnTo>
                  <a:pt x="6564100" y="3652842"/>
                </a:lnTo>
                <a:lnTo>
                  <a:pt x="7143910" y="4232652"/>
                </a:lnTo>
                <a:close/>
                <a:moveTo>
                  <a:pt x="7726441" y="2433413"/>
                </a:moveTo>
                <a:lnTo>
                  <a:pt x="8332073" y="3039044"/>
                </a:lnTo>
                <a:lnTo>
                  <a:pt x="8937704" y="2433413"/>
                </a:lnTo>
                <a:lnTo>
                  <a:pt x="9543336" y="3039045"/>
                </a:lnTo>
                <a:lnTo>
                  <a:pt x="8937704" y="3644677"/>
                </a:lnTo>
                <a:lnTo>
                  <a:pt x="8332073" y="3039045"/>
                </a:lnTo>
                <a:lnTo>
                  <a:pt x="7726441" y="3644677"/>
                </a:lnTo>
                <a:lnTo>
                  <a:pt x="7146631" y="3064867"/>
                </a:lnTo>
                <a:lnTo>
                  <a:pt x="6564100" y="3647399"/>
                </a:lnTo>
                <a:lnTo>
                  <a:pt x="5958468" y="3041767"/>
                </a:lnTo>
                <a:lnTo>
                  <a:pt x="5352837" y="3647399"/>
                </a:lnTo>
                <a:lnTo>
                  <a:pt x="4773027" y="3067589"/>
                </a:lnTo>
                <a:lnTo>
                  <a:pt x="4190496" y="3650121"/>
                </a:lnTo>
                <a:lnTo>
                  <a:pt x="3584864" y="3044489"/>
                </a:lnTo>
                <a:lnTo>
                  <a:pt x="2979233" y="3650121"/>
                </a:lnTo>
                <a:lnTo>
                  <a:pt x="2399427" y="3070311"/>
                </a:lnTo>
                <a:lnTo>
                  <a:pt x="1816896" y="3652843"/>
                </a:lnTo>
                <a:lnTo>
                  <a:pt x="1211265" y="3047212"/>
                </a:lnTo>
                <a:lnTo>
                  <a:pt x="605632" y="3652843"/>
                </a:lnTo>
                <a:lnTo>
                  <a:pt x="0" y="3047211"/>
                </a:lnTo>
                <a:lnTo>
                  <a:pt x="605632" y="2441579"/>
                </a:lnTo>
                <a:lnTo>
                  <a:pt x="1211265" y="3047210"/>
                </a:lnTo>
                <a:lnTo>
                  <a:pt x="1816896" y="2441579"/>
                </a:lnTo>
                <a:lnTo>
                  <a:pt x="2396704" y="3021388"/>
                </a:lnTo>
                <a:lnTo>
                  <a:pt x="2979233" y="2438857"/>
                </a:lnTo>
                <a:lnTo>
                  <a:pt x="3584864" y="3044488"/>
                </a:lnTo>
                <a:lnTo>
                  <a:pt x="4190496" y="2438857"/>
                </a:lnTo>
                <a:lnTo>
                  <a:pt x="4770305" y="3018666"/>
                </a:lnTo>
                <a:lnTo>
                  <a:pt x="5352837" y="2436135"/>
                </a:lnTo>
                <a:lnTo>
                  <a:pt x="5958468" y="3041766"/>
                </a:lnTo>
                <a:lnTo>
                  <a:pt x="6564100" y="2436135"/>
                </a:lnTo>
                <a:lnTo>
                  <a:pt x="7143910" y="3015944"/>
                </a:lnTo>
                <a:close/>
                <a:moveTo>
                  <a:pt x="7726441" y="1216706"/>
                </a:moveTo>
                <a:lnTo>
                  <a:pt x="8332073" y="1822337"/>
                </a:lnTo>
                <a:lnTo>
                  <a:pt x="8937704" y="1216706"/>
                </a:lnTo>
                <a:lnTo>
                  <a:pt x="9543336" y="1822338"/>
                </a:lnTo>
                <a:lnTo>
                  <a:pt x="8937704" y="2427970"/>
                </a:lnTo>
                <a:lnTo>
                  <a:pt x="8332073" y="1822338"/>
                </a:lnTo>
                <a:lnTo>
                  <a:pt x="7726441" y="2427970"/>
                </a:lnTo>
                <a:lnTo>
                  <a:pt x="7146631" y="1848160"/>
                </a:lnTo>
                <a:lnTo>
                  <a:pt x="6564100" y="2430692"/>
                </a:lnTo>
                <a:lnTo>
                  <a:pt x="5958468" y="1825060"/>
                </a:lnTo>
                <a:lnTo>
                  <a:pt x="5352837" y="2430692"/>
                </a:lnTo>
                <a:lnTo>
                  <a:pt x="4773027" y="1850882"/>
                </a:lnTo>
                <a:lnTo>
                  <a:pt x="4190496" y="2433414"/>
                </a:lnTo>
                <a:lnTo>
                  <a:pt x="3584864" y="1827782"/>
                </a:lnTo>
                <a:lnTo>
                  <a:pt x="2979233" y="2433414"/>
                </a:lnTo>
                <a:lnTo>
                  <a:pt x="2399427" y="1853605"/>
                </a:lnTo>
                <a:lnTo>
                  <a:pt x="1816896" y="2436136"/>
                </a:lnTo>
                <a:lnTo>
                  <a:pt x="1211265" y="1830505"/>
                </a:lnTo>
                <a:lnTo>
                  <a:pt x="605633" y="2436136"/>
                </a:lnTo>
                <a:lnTo>
                  <a:pt x="0" y="1830504"/>
                </a:lnTo>
                <a:lnTo>
                  <a:pt x="605633" y="1224872"/>
                </a:lnTo>
                <a:lnTo>
                  <a:pt x="1211265" y="1830503"/>
                </a:lnTo>
                <a:lnTo>
                  <a:pt x="1816896" y="1224872"/>
                </a:lnTo>
                <a:lnTo>
                  <a:pt x="2396704" y="1804681"/>
                </a:lnTo>
                <a:lnTo>
                  <a:pt x="2979233" y="1222150"/>
                </a:lnTo>
                <a:lnTo>
                  <a:pt x="3584864" y="1827781"/>
                </a:lnTo>
                <a:lnTo>
                  <a:pt x="4190496" y="1222150"/>
                </a:lnTo>
                <a:lnTo>
                  <a:pt x="4770305" y="1801960"/>
                </a:lnTo>
                <a:lnTo>
                  <a:pt x="5352837" y="1219428"/>
                </a:lnTo>
                <a:lnTo>
                  <a:pt x="5958468" y="1825059"/>
                </a:lnTo>
                <a:lnTo>
                  <a:pt x="6564100" y="1219428"/>
                </a:lnTo>
                <a:lnTo>
                  <a:pt x="7143909" y="1799237"/>
                </a:lnTo>
                <a:close/>
                <a:moveTo>
                  <a:pt x="7726441" y="0"/>
                </a:moveTo>
                <a:lnTo>
                  <a:pt x="8332072" y="605632"/>
                </a:lnTo>
                <a:lnTo>
                  <a:pt x="8937704" y="0"/>
                </a:lnTo>
                <a:lnTo>
                  <a:pt x="9543336" y="605632"/>
                </a:lnTo>
                <a:lnTo>
                  <a:pt x="8937704" y="1211263"/>
                </a:lnTo>
                <a:lnTo>
                  <a:pt x="8332072" y="605633"/>
                </a:lnTo>
                <a:lnTo>
                  <a:pt x="7726441" y="1211263"/>
                </a:lnTo>
                <a:lnTo>
                  <a:pt x="7146632" y="631455"/>
                </a:lnTo>
                <a:lnTo>
                  <a:pt x="6564100" y="1213985"/>
                </a:lnTo>
                <a:lnTo>
                  <a:pt x="5958468" y="608355"/>
                </a:lnTo>
                <a:lnTo>
                  <a:pt x="5352837" y="1213985"/>
                </a:lnTo>
                <a:lnTo>
                  <a:pt x="4773027" y="634177"/>
                </a:lnTo>
                <a:lnTo>
                  <a:pt x="4190496" y="1216707"/>
                </a:lnTo>
                <a:lnTo>
                  <a:pt x="3584864" y="611077"/>
                </a:lnTo>
                <a:lnTo>
                  <a:pt x="2979233" y="1216707"/>
                </a:lnTo>
                <a:lnTo>
                  <a:pt x="2399427" y="636900"/>
                </a:lnTo>
                <a:lnTo>
                  <a:pt x="1816896" y="1219429"/>
                </a:lnTo>
                <a:lnTo>
                  <a:pt x="1211265" y="613800"/>
                </a:lnTo>
                <a:lnTo>
                  <a:pt x="605632" y="1219429"/>
                </a:lnTo>
                <a:lnTo>
                  <a:pt x="0" y="613799"/>
                </a:lnTo>
                <a:lnTo>
                  <a:pt x="605632" y="8166"/>
                </a:lnTo>
                <a:lnTo>
                  <a:pt x="1211265" y="613798"/>
                </a:lnTo>
                <a:lnTo>
                  <a:pt x="1816896" y="8166"/>
                </a:lnTo>
                <a:lnTo>
                  <a:pt x="2396704" y="587976"/>
                </a:lnTo>
                <a:lnTo>
                  <a:pt x="2979233" y="5444"/>
                </a:lnTo>
                <a:lnTo>
                  <a:pt x="3584864" y="611076"/>
                </a:lnTo>
                <a:lnTo>
                  <a:pt x="4190496" y="5444"/>
                </a:lnTo>
                <a:lnTo>
                  <a:pt x="4770305" y="585254"/>
                </a:lnTo>
                <a:lnTo>
                  <a:pt x="5352837" y="2722"/>
                </a:lnTo>
                <a:lnTo>
                  <a:pt x="5958468" y="608354"/>
                </a:lnTo>
                <a:lnTo>
                  <a:pt x="6564100" y="2722"/>
                </a:lnTo>
                <a:lnTo>
                  <a:pt x="7143909" y="582532"/>
                </a:lnTo>
                <a:close/>
              </a:path>
            </a:pathLst>
          </a:custGeom>
          <a:solidFill>
            <a:schemeClr val="accent1">
              <a:lumMod val="40000"/>
              <a:lumOff val="60000"/>
              <a:alpha val="16000"/>
            </a:schemeClr>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a:off x="417252" y="156705"/>
            <a:ext cx="294640" cy="294640"/>
          </a:xfrm>
          <a:prstGeom prst="diamond">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a:off x="417252" y="6406655"/>
            <a:ext cx="294640" cy="294640"/>
          </a:xfrm>
          <a:prstGeom prst="diamond">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a:off x="11480108" y="6406655"/>
            <a:ext cx="294640" cy="294640"/>
          </a:xfrm>
          <a:prstGeom prst="diamond">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11480108" y="156705"/>
            <a:ext cx="294640" cy="294640"/>
          </a:xfrm>
          <a:prstGeom prst="diamond">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2116604" y="2225443"/>
            <a:ext cx="7966042" cy="2812721"/>
          </a:xfrm>
          <a:prstGeom prst="roundRect">
            <a:avLst>
              <a:gd name="adj" fmla="val 0"/>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1814930" y="1748790"/>
            <a:ext cx="373916" cy="373670"/>
          </a:xfrm>
          <a:prstGeom prst="star4">
            <a:avLst/>
          </a:prstGeom>
          <a:solidFill>
            <a:schemeClr val="accent1"/>
          </a:solidFill>
          <a:ln w="12700" cap="sq">
            <a:solidFill>
              <a:schemeClr val="bg1"/>
            </a:solid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2306946" y="1956212"/>
            <a:ext cx="207893" cy="194463"/>
          </a:xfrm>
          <a:prstGeom prst="star4">
            <a:avLst/>
          </a:prstGeom>
          <a:solidFill>
            <a:schemeClr val="accent1"/>
          </a:solidFill>
          <a:ln w="12700" cap="sq">
            <a:solidFill>
              <a:schemeClr val="bg1"/>
            </a:solidFill>
            <a:miter/>
          </a:ln>
        </p:spPr>
        <p:txBody>
          <a:bodyPr vert="horz" wrap="square" lIns="91440" tIns="45720" rIns="91440" bIns="45720" rtlCol="0" anchor="ctr"/>
          <a:lstStyle/>
          <a:p>
            <a:pPr algn="ctr"/>
            <a:endParaRPr kumimoji="1" lang="zh-CN" altLang="en-US"/>
          </a:p>
        </p:txBody>
      </p:sp>
      <p:sp>
        <p:nvSpPr>
          <p:cNvPr id="16" name="标题 1"/>
          <p:cNvSpPr txBox="1"/>
          <p:nvPr/>
        </p:nvSpPr>
        <p:spPr>
          <a:xfrm>
            <a:off x="9953801" y="1748790"/>
            <a:ext cx="373916" cy="373670"/>
          </a:xfrm>
          <a:prstGeom prst="star4">
            <a:avLst/>
          </a:prstGeom>
          <a:solidFill>
            <a:schemeClr val="accent1"/>
          </a:solidFill>
          <a:ln w="12700" cap="sq">
            <a:solidFill>
              <a:schemeClr val="bg1"/>
            </a:solidFill>
            <a:miter/>
          </a:ln>
        </p:spPr>
        <p:txBody>
          <a:bodyPr vert="horz" wrap="square" lIns="91440" tIns="45720" rIns="91440" bIns="45720" rtlCol="0" anchor="ctr"/>
          <a:lstStyle/>
          <a:p>
            <a:pPr algn="ctr"/>
            <a:endParaRPr kumimoji="1" lang="zh-CN" altLang="en-US"/>
          </a:p>
        </p:txBody>
      </p:sp>
      <p:sp>
        <p:nvSpPr>
          <p:cNvPr id="17" name="标题 1"/>
          <p:cNvSpPr txBox="1"/>
          <p:nvPr/>
        </p:nvSpPr>
        <p:spPr>
          <a:xfrm>
            <a:off x="9691066" y="1956212"/>
            <a:ext cx="207893" cy="194463"/>
          </a:xfrm>
          <a:prstGeom prst="star4">
            <a:avLst/>
          </a:prstGeom>
          <a:solidFill>
            <a:schemeClr val="accent1"/>
          </a:solidFill>
          <a:ln w="12700" cap="sq">
            <a:solidFill>
              <a:schemeClr val="bg1"/>
            </a:solidFill>
            <a:miter/>
          </a:ln>
        </p:spPr>
        <p:txBody>
          <a:bodyPr vert="horz" wrap="square" lIns="91440" tIns="45720" rIns="91440" bIns="45720" rtlCol="0" anchor="ctr"/>
          <a:lstStyle/>
          <a:p>
            <a:pPr algn="ctr"/>
            <a:endParaRPr kumimoji="1" lang="zh-CN" altLang="en-US"/>
          </a:p>
        </p:txBody>
      </p:sp>
      <p:sp>
        <p:nvSpPr>
          <p:cNvPr id="18" name="标题 1"/>
          <p:cNvSpPr txBox="1"/>
          <p:nvPr/>
        </p:nvSpPr>
        <p:spPr>
          <a:xfrm>
            <a:off x="3132689" y="3236767"/>
            <a:ext cx="5926622" cy="1623047"/>
          </a:xfrm>
          <a:prstGeom prst="rect">
            <a:avLst/>
          </a:prstGeom>
          <a:noFill/>
          <a:ln>
            <a:noFill/>
          </a:ln>
        </p:spPr>
        <p:txBody>
          <a:bodyPr vert="horz" wrap="square" lIns="91440" tIns="45720" rIns="91440" bIns="45720" rtlCol="0" anchor="t"/>
          <a:lstStyle/>
          <a:p>
            <a:pPr algn="ctr">
              <a:buClrTx/>
              <a:buSzTx/>
              <a:buFontTx/>
            </a:pPr>
            <a:r>
              <a:rPr kumimoji="1" lang="zh-CN" altLang="en-US" sz="4400" b="1" noProof="0" dirty="0">
                <a:ln w="12700">
                  <a:noFill/>
                </a:ln>
                <a:solidFill>
                  <a:srgbClr val="FFFFFF">
                    <a:alpha val="100000"/>
                  </a:srgbClr>
                </a:solidFill>
                <a:effectLst/>
                <a:uLnTx/>
                <a:uFillTx/>
                <a:latin typeface="仿宋" charset="0"/>
                <a:ea typeface="仿宋" charset="0"/>
                <a:cs typeface="OPPOSans H"/>
              </a:rPr>
              <a:t>项目简介</a:t>
            </a:r>
          </a:p>
        </p:txBody>
      </p:sp>
      <p:sp>
        <p:nvSpPr>
          <p:cNvPr id="20" name="标题 1"/>
          <p:cNvSpPr txBox="1"/>
          <p:nvPr/>
        </p:nvSpPr>
        <p:spPr>
          <a:xfrm>
            <a:off x="5492169" y="1804555"/>
            <a:ext cx="1207663" cy="1432212"/>
          </a:xfrm>
          <a:prstGeom prst="rect">
            <a:avLst/>
          </a:prstGeom>
          <a:noFill/>
          <a:ln>
            <a:noFill/>
          </a:ln>
        </p:spPr>
        <p:txBody>
          <a:bodyPr vert="horz" wrap="square" lIns="91440" tIns="45720" rIns="91440" bIns="45720" rtlCol="0" anchor="b"/>
          <a:lstStyle/>
          <a:p>
            <a:pPr algn="ctr">
              <a:spcBef>
                <a:spcPts val="0"/>
              </a:spcBef>
              <a:spcAft>
                <a:spcPts val="0"/>
              </a:spcAft>
              <a:buClrTx/>
              <a:buSzTx/>
              <a:buFontTx/>
              <a:defRPr/>
            </a:pPr>
            <a:r>
              <a:rPr kumimoji="1" lang="en-US" altLang="zh-CN" sz="5400" noProof="0" dirty="0">
                <a:ln w="12700">
                  <a:noFill/>
                </a:ln>
                <a:solidFill>
                  <a:srgbClr val="FFFFFF">
                    <a:alpha val="100000"/>
                  </a:srgbClr>
                </a:solidFill>
                <a:effectLst/>
                <a:uLnTx/>
                <a:uFillTx/>
                <a:latin typeface="华文宋体" panose="02010600040101010101" charset="-122"/>
                <a:ea typeface="华文宋体" panose="02010600040101010101" charset="-122"/>
                <a:cs typeface="OPPOSans H"/>
              </a:rPr>
              <a:t>01</a:t>
            </a:r>
          </a:p>
        </p:txBody>
      </p:sp>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39517" y="1302569"/>
            <a:ext cx="3463612" cy="55871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12094"/>
            <a:ext cx="4367719" cy="627574"/>
            <a:chOff x="0" y="212094"/>
            <a:chExt cx="4367719" cy="627574"/>
          </a:xfrm>
        </p:grpSpPr>
        <p:sp>
          <p:nvSpPr>
            <p:cNvPr id="5" name="文本框 4"/>
            <p:cNvSpPr txBox="1"/>
            <p:nvPr>
              <p:custDataLst>
                <p:tags r:id="rId1"/>
              </p:custDataLst>
            </p:nvPr>
          </p:nvSpPr>
          <p:spPr>
            <a:xfrm>
              <a:off x="815975" y="305439"/>
              <a:ext cx="3469005" cy="521970"/>
            </a:xfrm>
            <a:prstGeom prst="rect">
              <a:avLst/>
            </a:prstGeom>
            <a:noFill/>
          </p:spPr>
          <p:txBody>
            <a:bodyPr wrap="square" rtlCol="0">
              <a:spAutoFit/>
            </a:bodyPr>
            <a:lstStyle/>
            <a:p>
              <a:pPr marR="0" lvl="0" indent="0" defTabSz="457200" rtl="0" fontAlgn="auto">
                <a:lnSpc>
                  <a:spcPct val="100000"/>
                </a:lnSpc>
                <a:spcBef>
                  <a:spcPts val="0"/>
                </a:spcBef>
                <a:spcAft>
                  <a:spcPts val="0"/>
                </a:spcAft>
                <a:buClrTx/>
                <a:buSzTx/>
                <a:buFontTx/>
                <a:buNone/>
                <a:defRPr/>
              </a:pPr>
              <a:r>
                <a:rPr kumimoji="1" lang="en-US" altLang="zh-CN" sz="2800" b="1" i="0" u="none" strike="noStrike" kern="1200" cap="none" spc="0" normalizeH="0" baseline="0" noProof="0" dirty="0">
                  <a:ln>
                    <a:noFill/>
                  </a:ln>
                  <a:solidFill>
                    <a:srgbClr val="0A238C"/>
                  </a:solidFill>
                  <a:effectLst/>
                  <a:uLnTx/>
                  <a:uFillTx/>
                  <a:latin typeface="微软雅黑" panose="020B0503020204020204" pitchFamily="34" charset="-122"/>
                  <a:ea typeface="微软雅黑" panose="020B0503020204020204" pitchFamily="34" charset="-122"/>
                  <a:cs typeface="+mn-cs"/>
                </a:rPr>
                <a:t>01 </a:t>
              </a:r>
              <a:r>
                <a:rPr kumimoji="1" lang="zh-CN" altLang="en-US" sz="2800" b="1" i="0" u="none" strike="noStrike" kern="1200" cap="none" spc="0" normalizeH="0" baseline="0" noProof="0" dirty="0">
                  <a:ln>
                    <a:noFill/>
                  </a:ln>
                  <a:solidFill>
                    <a:srgbClr val="0A238C"/>
                  </a:solidFill>
                  <a:effectLst/>
                  <a:uLnTx/>
                  <a:uFillTx/>
                  <a:latin typeface="微软雅黑" panose="020B0503020204020204" pitchFamily="34" charset="-122"/>
                  <a:ea typeface="微软雅黑" panose="020B0503020204020204" pitchFamily="34" charset="-122"/>
                  <a:cs typeface="+mn-cs"/>
                </a:rPr>
                <a:t>项目简介</a:t>
              </a:r>
            </a:p>
          </p:txBody>
        </p:sp>
        <p:grpSp>
          <p:nvGrpSpPr>
            <p:cNvPr id="10" name="组合 9"/>
            <p:cNvGrpSpPr/>
            <p:nvPr/>
          </p:nvGrpSpPr>
          <p:grpSpPr>
            <a:xfrm>
              <a:off x="104893" y="212094"/>
              <a:ext cx="616631" cy="616631"/>
              <a:chOff x="104893" y="212094"/>
              <a:chExt cx="616631" cy="616631"/>
            </a:xfrm>
          </p:grpSpPr>
          <p:sp>
            <p:nvSpPr>
              <p:cNvPr id="12" name="椭圆 11"/>
              <p:cNvSpPr/>
              <p:nvPr>
                <p:custDataLst>
                  <p:tags r:id="rId4"/>
                </p:custDataLst>
              </p:nvPr>
            </p:nvSpPr>
            <p:spPr>
              <a:xfrm>
                <a:off x="104893" y="212094"/>
                <a:ext cx="616631" cy="616631"/>
              </a:xfrm>
              <a:prstGeom prst="ellipse">
                <a:avLst/>
              </a:prstGeom>
              <a:solidFill>
                <a:srgbClr val="0A23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pic>
            <p:nvPicPr>
              <p:cNvPr id="27" name="图形 26"/>
              <p:cNvPicPr>
                <a:picLocks noChangeAspect="1"/>
              </p:cNvPicPr>
              <p:nvPr>
                <p:custDataLst>
                  <p:tags r:id="rId5"/>
                </p:custDataLst>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7639" y="296991"/>
                <a:ext cx="480163" cy="480163"/>
              </a:xfrm>
              <a:prstGeom prst="rect">
                <a:avLst/>
              </a:prstGeom>
            </p:spPr>
          </p:pic>
        </p:grpSp>
        <p:grpSp>
          <p:nvGrpSpPr>
            <p:cNvPr id="17" name="组合 16"/>
            <p:cNvGrpSpPr/>
            <p:nvPr/>
          </p:nvGrpSpPr>
          <p:grpSpPr>
            <a:xfrm>
              <a:off x="0" y="725368"/>
              <a:ext cx="4367719" cy="114300"/>
              <a:chOff x="0" y="998538"/>
              <a:chExt cx="4367719" cy="114300"/>
            </a:xfrm>
          </p:grpSpPr>
          <p:sp>
            <p:nvSpPr>
              <p:cNvPr id="21" name="矩形 20"/>
              <p:cNvSpPr/>
              <p:nvPr>
                <p:custDataLst>
                  <p:tags r:id="rId2"/>
                </p:custDataLst>
              </p:nvPr>
            </p:nvSpPr>
            <p:spPr>
              <a:xfrm>
                <a:off x="0" y="998538"/>
                <a:ext cx="800100" cy="114300"/>
              </a:xfrm>
              <a:prstGeom prst="rect">
                <a:avLst/>
              </a:prstGeom>
              <a:solidFill>
                <a:srgbClr val="0A238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cxnSp>
            <p:nvCxnSpPr>
              <p:cNvPr id="28" name="直接连接符 27"/>
              <p:cNvCxnSpPr/>
              <p:nvPr>
                <p:custDataLst>
                  <p:tags r:id="rId3"/>
                </p:custDataLst>
              </p:nvPr>
            </p:nvCxnSpPr>
            <p:spPr>
              <a:xfrm>
                <a:off x="911468" y="1084263"/>
                <a:ext cx="3456251" cy="0"/>
              </a:xfrm>
              <a:prstGeom prst="line">
                <a:avLst/>
              </a:prstGeom>
              <a:ln>
                <a:solidFill>
                  <a:srgbClr val="0A238C"/>
                </a:solidFill>
              </a:ln>
            </p:spPr>
            <p:style>
              <a:lnRef idx="1">
                <a:schemeClr val="accent1"/>
              </a:lnRef>
              <a:fillRef idx="0">
                <a:schemeClr val="accent1"/>
              </a:fillRef>
              <a:effectRef idx="0">
                <a:schemeClr val="accent1"/>
              </a:effectRef>
              <a:fontRef idx="minor">
                <a:schemeClr val="tx1"/>
              </a:fontRef>
            </p:style>
          </p:cxnSp>
        </p:grpSp>
      </p:grpSp>
      <p:sp>
        <p:nvSpPr>
          <p:cNvPr id="4" name="Rectangle 2"/>
          <p:cNvSpPr>
            <a:spLocks noChangeArrowheads="1"/>
          </p:cNvSpPr>
          <p:nvPr/>
        </p:nvSpPr>
        <p:spPr bwMode="auto">
          <a:xfrm>
            <a:off x="4367719" y="2286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矩形 5"/>
          <p:cNvSpPr/>
          <p:nvPr/>
        </p:nvSpPr>
        <p:spPr>
          <a:xfrm>
            <a:off x="3048000" y="1997839"/>
            <a:ext cx="6096000" cy="369332"/>
          </a:xfrm>
          <a:prstGeom prst="rect">
            <a:avLst/>
          </a:prstGeom>
        </p:spPr>
        <p:txBody>
          <a:bodyPr>
            <a:spAutoFit/>
          </a:bodyPr>
          <a:lstStyle/>
          <a:p>
            <a:pPr defTabSz="914400">
              <a:defRPr/>
            </a:pPr>
            <a:endParaRPr lang="zh-CN" altLang="en-US" dirty="0">
              <a:solidFill>
                <a:srgbClr val="000000"/>
              </a:solidFill>
            </a:endParaRPr>
          </a:p>
        </p:txBody>
      </p:sp>
      <p:sp>
        <p:nvSpPr>
          <p:cNvPr id="8" name="文本框 7"/>
          <p:cNvSpPr txBox="1"/>
          <p:nvPr/>
        </p:nvSpPr>
        <p:spPr>
          <a:xfrm>
            <a:off x="309245" y="913622"/>
            <a:ext cx="11573510" cy="5746750"/>
          </a:xfrm>
          <a:prstGeom prst="rect">
            <a:avLst/>
          </a:prstGeom>
          <a:noFill/>
        </p:spPr>
        <p:txBody>
          <a:bodyPr wrap="square" rtlCol="0">
            <a:spAutoFit/>
          </a:bodyPr>
          <a:lstStyle/>
          <a:p>
            <a:pPr algn="l" fontAlgn="auto">
              <a:lnSpc>
                <a:spcPct val="200000"/>
              </a:lnSpc>
              <a:buClrTx/>
              <a:buSzTx/>
              <a:buFontTx/>
              <a:defRPr/>
            </a:pPr>
            <a:r>
              <a:rPr lang="zh-CN" altLang="en-US" sz="2200" dirty="0">
                <a:solidFill>
                  <a:srgbClr val="1F497D">
                    <a:lumMod val="60000"/>
                    <a:lumOff val="40000"/>
                  </a:srgbClr>
                </a:solidFill>
                <a:effectLst>
                  <a:outerShdw blurRad="38100" dist="19050" dir="2700000" algn="tl" rotWithShape="0">
                    <a:prstClr val="black">
                      <a:alpha val="40000"/>
                      <a:alpha val="40000"/>
                    </a:prstClr>
                  </a:outerShdw>
                </a:effectLst>
                <a:latin typeface="黑体" panose="02010600030101010101" charset="-122"/>
                <a:ea typeface="黑体" panose="02010600030101010101" charset="-122"/>
              </a:rPr>
              <a:t>水下环境对目标检测的影响</a:t>
            </a:r>
          </a:p>
          <a:p>
            <a:pPr indent="457200">
              <a:spcBef>
                <a:spcPts val="900"/>
              </a:spcBef>
            </a:pPr>
            <a:r>
              <a:rPr lang="zh-CN" altLang="en-US" sz="2200" dirty="0">
                <a:latin typeface="黑体" panose="02010600030101010101" charset="-122"/>
                <a:ea typeface="黑体" panose="02010600030101010101" charset="-122"/>
              </a:rPr>
              <a:t>水下环境复杂，存在光线折射、散射和衰减，导致成像对比度较低，画面模糊且噪声显著。悬浮物和水下微生物也增加了噪声干扰，使得传统检测算法难以有效识别图像细节。在不同深度和环境下，目标的外观和颜色变化较大，进一步增加了检测难度。</a:t>
            </a:r>
          </a:p>
          <a:p>
            <a:pPr marL="0" marR="0" lvl="0" algn="l" defTabSz="457200" rtl="0" eaLnBrk="1" fontAlgn="auto" latinLnBrk="0" hangingPunct="1">
              <a:lnSpc>
                <a:spcPct val="200000"/>
              </a:lnSpc>
              <a:spcBef>
                <a:spcPts val="0"/>
              </a:spcBef>
              <a:buClrTx/>
              <a:buSzTx/>
              <a:buFontTx/>
              <a:buNone/>
              <a:defRPr/>
            </a:pPr>
            <a:r>
              <a:rPr lang="zh-CN" altLang="en-US" sz="2200" dirty="0">
                <a:solidFill>
                  <a:srgbClr val="1F497D">
                    <a:lumMod val="60000"/>
                    <a:lumOff val="40000"/>
                  </a:srgbClr>
                </a:solidFill>
                <a:effectLst>
                  <a:outerShdw blurRad="38100" dist="19050" dir="2700000" algn="tl" rotWithShape="0">
                    <a:prstClr val="black">
                      <a:alpha val="40000"/>
                      <a:alpha val="40000"/>
                    </a:prstClr>
                  </a:outerShdw>
                </a:effectLst>
                <a:latin typeface="黑体" panose="02010600030101010101" charset="-122"/>
                <a:ea typeface="黑体" panose="02010600030101010101" charset="-122"/>
              </a:rPr>
              <a:t>现有方法不足</a:t>
            </a:r>
          </a:p>
          <a:p>
            <a:pPr indent="457200">
              <a:spcBef>
                <a:spcPts val="900"/>
              </a:spcBef>
            </a:pPr>
            <a:r>
              <a:rPr lang="en-US" altLang="zh-CN" sz="2200" dirty="0">
                <a:latin typeface="黑体" panose="02010600030101010101" charset="-122"/>
                <a:ea typeface="黑体" panose="02010600030101010101" charset="-122"/>
              </a:rPr>
              <a:t>• </a:t>
            </a:r>
            <a:r>
              <a:rPr lang="zh-CN" altLang="en-US" sz="2200" b="1" dirty="0">
                <a:latin typeface="黑体" panose="02010600030101010101" charset="-122"/>
                <a:ea typeface="黑体" panose="02010600030101010101" charset="-122"/>
              </a:rPr>
              <a:t>低精度</a:t>
            </a:r>
            <a:r>
              <a:rPr lang="zh-CN" altLang="en-US" sz="2200" dirty="0">
                <a:latin typeface="黑体" panose="02010600030101010101" charset="-122"/>
                <a:ea typeface="黑体" panose="02010600030101010101" charset="-122"/>
              </a:rPr>
              <a:t>：对于水下的低对比度图像，现有算法难以准确识别目标。</a:t>
            </a:r>
          </a:p>
          <a:p>
            <a:pPr indent="457200">
              <a:spcBef>
                <a:spcPts val="900"/>
              </a:spcBef>
            </a:pPr>
            <a:r>
              <a:rPr lang="en-US" altLang="zh-CN" sz="2200" dirty="0">
                <a:latin typeface="黑体" panose="02010600030101010101" charset="-122"/>
                <a:ea typeface="黑体" panose="02010600030101010101" charset="-122"/>
              </a:rPr>
              <a:t>• </a:t>
            </a:r>
            <a:r>
              <a:rPr lang="zh-CN" altLang="en-US" sz="2200" b="1" dirty="0">
                <a:latin typeface="黑体" panose="02010600030101010101" charset="-122"/>
                <a:ea typeface="黑体" panose="02010600030101010101" charset="-122"/>
              </a:rPr>
              <a:t>不敏感的微小目标检测</a:t>
            </a:r>
            <a:r>
              <a:rPr lang="zh-CN" altLang="en-US" sz="2200" dirty="0">
                <a:latin typeface="黑体" panose="02010600030101010101" charset="-122"/>
                <a:ea typeface="黑体" panose="02010600030101010101" charset="-122"/>
              </a:rPr>
              <a:t>：微小目标在水下环境中通常因与背景相似而被忽略。</a:t>
            </a:r>
          </a:p>
          <a:p>
            <a:pPr indent="457200">
              <a:spcBef>
                <a:spcPts val="900"/>
              </a:spcBef>
            </a:pPr>
            <a:r>
              <a:rPr lang="en-US" altLang="zh-CN" sz="2200" dirty="0">
                <a:latin typeface="黑体" panose="02010600030101010101" charset="-122"/>
                <a:ea typeface="黑体" panose="02010600030101010101" charset="-122"/>
              </a:rPr>
              <a:t>• </a:t>
            </a:r>
            <a:r>
              <a:rPr lang="zh-CN" altLang="en-US" sz="2200" b="1" dirty="0">
                <a:latin typeface="黑体" panose="02010600030101010101" charset="-122"/>
                <a:ea typeface="黑体" panose="02010600030101010101" charset="-122"/>
              </a:rPr>
              <a:t>动态目标的适应性弱</a:t>
            </a:r>
            <a:r>
              <a:rPr lang="zh-CN" altLang="en-US" sz="2200" dirty="0">
                <a:latin typeface="黑体" panose="02010600030101010101" charset="-122"/>
                <a:ea typeface="黑体" panose="02010600030101010101" charset="-122"/>
              </a:rPr>
              <a:t>：水下环境目标姿态和位置的快速变化对传统检测算法构成挑战。</a:t>
            </a:r>
            <a:endParaRPr lang="en-US" altLang="zh-CN" sz="2800" dirty="0">
              <a:solidFill>
                <a:schemeClr val="tx2">
                  <a:lumMod val="60000"/>
                  <a:lumOff val="40000"/>
                </a:schemeClr>
              </a:solidFill>
              <a:effectLst>
                <a:outerShdw blurRad="38100" dist="19050" dir="2700000" algn="tl" rotWithShape="0">
                  <a:schemeClr val="dk1">
                    <a:alpha val="40000"/>
                    <a:alpha val="40000"/>
                  </a:schemeClr>
                </a:outerShdw>
              </a:effectLst>
              <a:latin typeface="黑体" panose="02010600030101010101" charset="-122"/>
              <a:ea typeface="黑体" panose="02010600030101010101" charset="-122"/>
            </a:endParaRPr>
          </a:p>
          <a:p>
            <a:pPr marR="0" lvl="0" algn="l">
              <a:lnSpc>
                <a:spcPct val="200000"/>
              </a:lnSpc>
              <a:spcBef>
                <a:spcPts val="0"/>
              </a:spcBef>
              <a:buClrTx/>
              <a:buSzTx/>
              <a:buFontTx/>
              <a:buNone/>
              <a:defRPr/>
            </a:pPr>
            <a:r>
              <a:rPr lang="zh-CN" altLang="en-US" sz="2200" dirty="0">
                <a:solidFill>
                  <a:srgbClr val="1F497D">
                    <a:lumMod val="60000"/>
                    <a:lumOff val="40000"/>
                  </a:srgbClr>
                </a:solidFill>
                <a:effectLst>
                  <a:outerShdw blurRad="38100" dist="19050" dir="2700000" algn="tl" rotWithShape="0">
                    <a:prstClr val="black">
                      <a:alpha val="40000"/>
                      <a:alpha val="40000"/>
                    </a:prstClr>
                  </a:outerShdw>
                </a:effectLst>
                <a:latin typeface="黑体" panose="02010600030101010101" charset="-122"/>
                <a:ea typeface="黑体" panose="02010600030101010101" charset="-122"/>
              </a:rPr>
              <a:t>水下目标检测的重要性</a:t>
            </a:r>
          </a:p>
          <a:p>
            <a:pPr indent="457200">
              <a:spcBef>
                <a:spcPts val="900"/>
              </a:spcBef>
            </a:pPr>
            <a:r>
              <a:rPr lang="zh-CN" altLang="en-US" sz="2200" dirty="0">
                <a:latin typeface="黑体" panose="02010600030101010101" charset="-122"/>
                <a:ea typeface="黑体" panose="02010600030101010101" charset="-122"/>
              </a:rPr>
              <a:t>高效的水下目标检测系统不仅能助力海洋资源开发、生态环境保护，还能在海洋工程、军事领域提供高效的监控手段。提升水下目标检测精度和实时性具有重要的社会、经济和战略意义。</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12094"/>
            <a:ext cx="4553339" cy="627574"/>
            <a:chOff x="0" y="212094"/>
            <a:chExt cx="4553339" cy="627574"/>
          </a:xfrm>
        </p:grpSpPr>
        <p:sp>
          <p:nvSpPr>
            <p:cNvPr id="5" name="文本框 4"/>
            <p:cNvSpPr txBox="1"/>
            <p:nvPr>
              <p:custDataLst>
                <p:tags r:id="rId1"/>
              </p:custDataLst>
            </p:nvPr>
          </p:nvSpPr>
          <p:spPr>
            <a:xfrm>
              <a:off x="815975" y="305439"/>
              <a:ext cx="3737364" cy="521970"/>
            </a:xfrm>
            <a:prstGeom prst="rect">
              <a:avLst/>
            </a:prstGeom>
            <a:noFill/>
          </p:spPr>
          <p:txBody>
            <a:bodyPr wrap="square" rtlCol="0">
              <a:spAutoFit/>
            </a:bodyPr>
            <a:lstStyle/>
            <a:p>
              <a:pPr marR="0" lvl="0" indent="0" defTabSz="457200" rtl="0" fontAlgn="auto">
                <a:lnSpc>
                  <a:spcPct val="100000"/>
                </a:lnSpc>
                <a:spcBef>
                  <a:spcPts val="0"/>
                </a:spcBef>
                <a:spcAft>
                  <a:spcPts val="0"/>
                </a:spcAft>
                <a:buClrTx/>
                <a:buSzTx/>
                <a:buFontTx/>
                <a:buNone/>
                <a:defRPr/>
              </a:pPr>
              <a:r>
                <a:rPr kumimoji="1" lang="en-US" altLang="zh-CN" sz="2800" b="1" i="0" u="none" strike="noStrike" kern="1200" cap="none" spc="0" normalizeH="0" baseline="0" noProof="0" dirty="0">
                  <a:ln>
                    <a:noFill/>
                  </a:ln>
                  <a:solidFill>
                    <a:srgbClr val="0A238C"/>
                  </a:solidFill>
                  <a:effectLst/>
                  <a:uLnTx/>
                  <a:uFillTx/>
                  <a:latin typeface="微软雅黑" panose="020B0503020204020204" pitchFamily="34" charset="-122"/>
                  <a:ea typeface="微软雅黑" panose="020B0503020204020204" pitchFamily="34" charset="-122"/>
                  <a:cs typeface="+mn-cs"/>
                </a:rPr>
                <a:t>01 </a:t>
              </a:r>
              <a:r>
                <a:rPr kumimoji="1" lang="zh-CN" altLang="en-US" sz="2800" b="1" i="0" u="none" strike="noStrike" kern="1200" cap="none" spc="0" normalizeH="0" baseline="0" noProof="0" dirty="0">
                  <a:ln>
                    <a:noFill/>
                  </a:ln>
                  <a:solidFill>
                    <a:srgbClr val="0A238C"/>
                  </a:solidFill>
                  <a:effectLst/>
                  <a:uLnTx/>
                  <a:uFillTx/>
                  <a:latin typeface="微软雅黑" panose="020B0503020204020204" pitchFamily="34" charset="-122"/>
                  <a:ea typeface="微软雅黑" panose="020B0503020204020204" pitchFamily="34" charset="-122"/>
                  <a:cs typeface="+mn-cs"/>
                </a:rPr>
                <a:t>项目简介</a:t>
              </a:r>
            </a:p>
          </p:txBody>
        </p:sp>
        <p:grpSp>
          <p:nvGrpSpPr>
            <p:cNvPr id="10" name="组合 9"/>
            <p:cNvGrpSpPr/>
            <p:nvPr/>
          </p:nvGrpSpPr>
          <p:grpSpPr>
            <a:xfrm>
              <a:off x="104893" y="212094"/>
              <a:ext cx="616631" cy="616631"/>
              <a:chOff x="104893" y="212094"/>
              <a:chExt cx="616631" cy="616631"/>
            </a:xfrm>
          </p:grpSpPr>
          <p:sp>
            <p:nvSpPr>
              <p:cNvPr id="12" name="椭圆 11"/>
              <p:cNvSpPr/>
              <p:nvPr>
                <p:custDataLst>
                  <p:tags r:id="rId4"/>
                </p:custDataLst>
              </p:nvPr>
            </p:nvSpPr>
            <p:spPr>
              <a:xfrm>
                <a:off x="104893" y="212094"/>
                <a:ext cx="616631" cy="616631"/>
              </a:xfrm>
              <a:prstGeom prst="ellipse">
                <a:avLst/>
              </a:prstGeom>
              <a:solidFill>
                <a:srgbClr val="0A23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pic>
            <p:nvPicPr>
              <p:cNvPr id="27" name="图形 26"/>
              <p:cNvPicPr>
                <a:picLocks noChangeAspect="1"/>
              </p:cNvPicPr>
              <p:nvPr>
                <p:custDataLst>
                  <p:tags r:id="rId5"/>
                </p:custDataLst>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7639" y="296991"/>
                <a:ext cx="480163" cy="480163"/>
              </a:xfrm>
              <a:prstGeom prst="rect">
                <a:avLst/>
              </a:prstGeom>
            </p:spPr>
          </p:pic>
        </p:grpSp>
        <p:grpSp>
          <p:nvGrpSpPr>
            <p:cNvPr id="17" name="组合 16"/>
            <p:cNvGrpSpPr/>
            <p:nvPr/>
          </p:nvGrpSpPr>
          <p:grpSpPr>
            <a:xfrm>
              <a:off x="0" y="725368"/>
              <a:ext cx="4367719" cy="114300"/>
              <a:chOff x="0" y="998538"/>
              <a:chExt cx="4367719" cy="114300"/>
            </a:xfrm>
          </p:grpSpPr>
          <p:sp>
            <p:nvSpPr>
              <p:cNvPr id="21" name="矩形 20"/>
              <p:cNvSpPr/>
              <p:nvPr>
                <p:custDataLst>
                  <p:tags r:id="rId2"/>
                </p:custDataLst>
              </p:nvPr>
            </p:nvSpPr>
            <p:spPr>
              <a:xfrm>
                <a:off x="0" y="998538"/>
                <a:ext cx="800100" cy="114300"/>
              </a:xfrm>
              <a:prstGeom prst="rect">
                <a:avLst/>
              </a:prstGeom>
              <a:solidFill>
                <a:srgbClr val="0A238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cxnSp>
            <p:nvCxnSpPr>
              <p:cNvPr id="28" name="直接连接符 27"/>
              <p:cNvCxnSpPr/>
              <p:nvPr>
                <p:custDataLst>
                  <p:tags r:id="rId3"/>
                </p:custDataLst>
              </p:nvPr>
            </p:nvCxnSpPr>
            <p:spPr>
              <a:xfrm>
                <a:off x="911468" y="1084263"/>
                <a:ext cx="3456251" cy="0"/>
              </a:xfrm>
              <a:prstGeom prst="line">
                <a:avLst/>
              </a:prstGeom>
              <a:ln>
                <a:solidFill>
                  <a:srgbClr val="0A238C"/>
                </a:solidFill>
              </a:ln>
            </p:spPr>
            <p:style>
              <a:lnRef idx="1">
                <a:schemeClr val="accent1"/>
              </a:lnRef>
              <a:fillRef idx="0">
                <a:schemeClr val="accent1"/>
              </a:fillRef>
              <a:effectRef idx="0">
                <a:schemeClr val="accent1"/>
              </a:effectRef>
              <a:fontRef idx="minor">
                <a:schemeClr val="tx1"/>
              </a:fontRef>
            </p:style>
          </p:cxnSp>
        </p:grpSp>
      </p:grpSp>
      <p:sp>
        <p:nvSpPr>
          <p:cNvPr id="4" name="文本框 3"/>
          <p:cNvSpPr txBox="1"/>
          <p:nvPr/>
        </p:nvSpPr>
        <p:spPr>
          <a:xfrm>
            <a:off x="309245" y="913622"/>
            <a:ext cx="11573510" cy="3147015"/>
          </a:xfrm>
          <a:prstGeom prst="rect">
            <a:avLst/>
          </a:prstGeom>
          <a:noFill/>
        </p:spPr>
        <p:txBody>
          <a:bodyPr wrap="square" rtlCol="0">
            <a:spAutoFit/>
          </a:bodyPr>
          <a:lstStyle/>
          <a:p>
            <a:pPr algn="l">
              <a:lnSpc>
                <a:spcPct val="200000"/>
              </a:lnSpc>
              <a:buClrTx/>
              <a:buSzTx/>
              <a:buFontTx/>
              <a:defRPr/>
            </a:pPr>
            <a:r>
              <a:rPr lang="zh-CN" altLang="en-US" sz="2200" dirty="0">
                <a:solidFill>
                  <a:srgbClr val="1F497D">
                    <a:lumMod val="60000"/>
                    <a:lumOff val="40000"/>
                  </a:srgbClr>
                </a:solidFill>
                <a:effectLst>
                  <a:outerShdw blurRad="38100" dist="19050" dir="2700000" algn="tl" rotWithShape="0">
                    <a:prstClr val="black">
                      <a:alpha val="40000"/>
                      <a:alpha val="40000"/>
                    </a:prstClr>
                  </a:outerShdw>
                </a:effectLst>
                <a:latin typeface="黑体" panose="02010600030101010101" charset="-122"/>
                <a:ea typeface="黑体" panose="02010600030101010101" charset="-122"/>
              </a:rPr>
              <a:t>项目创新点概述</a:t>
            </a:r>
          </a:p>
          <a:p>
            <a:pPr indent="457200">
              <a:spcBef>
                <a:spcPts val="900"/>
              </a:spcBef>
            </a:pPr>
            <a:r>
              <a:rPr lang="en-US" altLang="zh-CN" sz="2200" dirty="0">
                <a:latin typeface="黑体" panose="02010600030101010101" charset="-122"/>
                <a:ea typeface="黑体" panose="02010600030101010101" charset="-122"/>
              </a:rPr>
              <a:t>1. </a:t>
            </a:r>
            <a:r>
              <a:rPr lang="zh-CN" altLang="en-US" sz="2200" b="1" dirty="0">
                <a:latin typeface="黑体" panose="02010600030101010101" charset="-122"/>
                <a:ea typeface="黑体" panose="02010600030101010101" charset="-122"/>
              </a:rPr>
              <a:t>细粒度特征提取模块</a:t>
            </a:r>
            <a:r>
              <a:rPr lang="zh-CN" altLang="en-US" sz="2200" dirty="0">
                <a:latin typeface="黑体" panose="02010600030101010101" charset="-122"/>
                <a:ea typeface="黑体" panose="02010600030101010101" charset="-122"/>
              </a:rPr>
              <a:t>：通过状态空间模型的应用，细粒度特征提取模块能提升检测系统对低对比度和动态目标的适应能力，有效减少噪声干扰。</a:t>
            </a:r>
          </a:p>
          <a:p>
            <a:pPr indent="457200">
              <a:spcBef>
                <a:spcPts val="900"/>
              </a:spcBef>
            </a:pPr>
            <a:r>
              <a:rPr lang="en-US" altLang="zh-CN" sz="2200" dirty="0">
                <a:latin typeface="黑体" panose="02010600030101010101" charset="-122"/>
                <a:ea typeface="黑体" panose="02010600030101010101" charset="-122"/>
              </a:rPr>
              <a:t>2. </a:t>
            </a:r>
            <a:r>
              <a:rPr lang="zh-CN" altLang="en-US" sz="2200" b="1" dirty="0">
                <a:latin typeface="黑体" panose="02010600030101010101" charset="-122"/>
                <a:ea typeface="黑体" panose="02010600030101010101" charset="-122"/>
              </a:rPr>
              <a:t>局部特征提取模块</a:t>
            </a:r>
            <a:r>
              <a:rPr lang="zh-CN" altLang="en-US" sz="2200" dirty="0">
                <a:latin typeface="黑体" panose="02010600030101010101" charset="-122"/>
                <a:ea typeface="黑体" panose="02010600030101010101" charset="-122"/>
              </a:rPr>
              <a:t>：此模块专为微小目标检测设计，能在复杂背景和低分辨率条件下精确捕捉微小目标的特征。</a:t>
            </a:r>
          </a:p>
          <a:p>
            <a:pPr indent="457200">
              <a:spcBef>
                <a:spcPts val="900"/>
              </a:spcBef>
            </a:pPr>
            <a:r>
              <a:rPr lang="en-US" altLang="zh-CN" sz="2200" dirty="0">
                <a:latin typeface="黑体" panose="02010600030101010101" charset="-122"/>
                <a:ea typeface="黑体" panose="02010600030101010101" charset="-122"/>
              </a:rPr>
              <a:t>3. </a:t>
            </a:r>
            <a:r>
              <a:rPr lang="zh-CN" altLang="en-US" sz="2200" b="1" dirty="0">
                <a:latin typeface="黑体" panose="02010600030101010101" charset="-122"/>
                <a:ea typeface="黑体" panose="02010600030101010101" charset="-122"/>
              </a:rPr>
              <a:t>多尺度交叉注意力模块</a:t>
            </a:r>
            <a:r>
              <a:rPr lang="zh-CN" altLang="en-US" sz="2200" dirty="0">
                <a:latin typeface="黑体" panose="02010600030101010101" charset="-122"/>
                <a:ea typeface="黑体" panose="02010600030101010101" charset="-122"/>
              </a:rPr>
              <a:t>：通过多尺度特征融合与交叉注意力机制来更好地提取多尺度信息，使模型对不同尺度目标的适应性更强。</a:t>
            </a:r>
            <a:endParaRPr lang="zh-CN" altLang="en-US" sz="2800" dirty="0">
              <a:latin typeface="黑体" panose="02010600030101010101" charset="-122"/>
              <a:ea typeface="黑体" panose="02010600030101010101" charset="-122"/>
              <a:cs typeface="黑体" panose="02010600030101010101" charset="-122"/>
            </a:endParaRPr>
          </a:p>
        </p:txBody>
      </p:sp>
      <p:pic>
        <p:nvPicPr>
          <p:cNvPr id="3" name="图片 2">
            <a:extLst>
              <a:ext uri="{FF2B5EF4-FFF2-40B4-BE49-F238E27FC236}">
                <a16:creationId xmlns:a16="http://schemas.microsoft.com/office/drawing/2014/main" id="{E0E7990D-B3D9-EB0B-FCF1-78E39A7ED51F}"/>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5400000">
            <a:off x="4682807" y="1139508"/>
            <a:ext cx="2826385" cy="86106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 y="1"/>
            <a:ext cx="12192000" cy="6858000"/>
          </a:xfrm>
          <a:prstGeom prst="rect">
            <a:avLst/>
          </a:prstGeom>
          <a:solidFill>
            <a:schemeClr val="accent1">
              <a:lumMod val="20000"/>
              <a:lumOff val="80000"/>
              <a:alpha val="60000"/>
            </a:schemeClr>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3" name="标题 1"/>
          <p:cNvSpPr txBox="1"/>
          <p:nvPr/>
        </p:nvSpPr>
        <p:spPr>
          <a:xfrm>
            <a:off x="564573" y="304025"/>
            <a:ext cx="11062855" cy="6249950"/>
          </a:xfrm>
          <a:prstGeom prst="roundRect">
            <a:avLst>
              <a:gd name="adj" fmla="val 0"/>
            </a:avLst>
          </a:prstGeom>
          <a:noFill/>
          <a:ln w="12700" cap="sq">
            <a:solidFill>
              <a:schemeClr val="accent1">
                <a:alpha val="100000"/>
              </a:schemeClr>
            </a:solidFill>
            <a:prstDash val="dash"/>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4" name="标题 1"/>
          <p:cNvSpPr txBox="1"/>
          <p:nvPr/>
        </p:nvSpPr>
        <p:spPr>
          <a:xfrm>
            <a:off x="962890" y="568166"/>
            <a:ext cx="10266220" cy="5721668"/>
          </a:xfrm>
          <a:prstGeom prst="roundRect">
            <a:avLst>
              <a:gd name="adj" fmla="val 0"/>
            </a:avLst>
          </a:prstGeom>
          <a:solidFill>
            <a:schemeClr val="accent1"/>
          </a:solidFill>
          <a:ln w="12700" cap="flat">
            <a:solidFill>
              <a:schemeClr val="accent1">
                <a:shade val="15000"/>
              </a:schemeClr>
            </a:solid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5" name="标题 1"/>
          <p:cNvSpPr txBox="1"/>
          <p:nvPr/>
        </p:nvSpPr>
        <p:spPr>
          <a:xfrm>
            <a:off x="1324331" y="985765"/>
            <a:ext cx="9543338" cy="4894635"/>
          </a:xfrm>
          <a:prstGeom prst="roundRect">
            <a:avLst>
              <a:gd name="adj" fmla="val 0"/>
            </a:avLst>
          </a:prstGeom>
          <a:solidFill>
            <a:schemeClr val="accent1">
              <a:lumMod val="20000"/>
              <a:lumOff val="80000"/>
            </a:schemeClr>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6" name="标题 1"/>
          <p:cNvSpPr txBox="1"/>
          <p:nvPr/>
        </p:nvSpPr>
        <p:spPr>
          <a:xfrm>
            <a:off x="1324332" y="1010851"/>
            <a:ext cx="9543336" cy="4869550"/>
          </a:xfrm>
          <a:custGeom>
            <a:avLst/>
            <a:gdLst>
              <a:gd name="connsiteX0" fmla="*/ 7726441 w 9543336"/>
              <a:gd name="connsiteY0" fmla="*/ 3650120 h 4869550"/>
              <a:gd name="connsiteX1" fmla="*/ 8332073 w 9543336"/>
              <a:gd name="connsiteY1" fmla="*/ 4255752 h 4869550"/>
              <a:gd name="connsiteX2" fmla="*/ 8937704 w 9543336"/>
              <a:gd name="connsiteY2" fmla="*/ 3650120 h 4869550"/>
              <a:gd name="connsiteX3" fmla="*/ 9543336 w 9543336"/>
              <a:gd name="connsiteY3" fmla="*/ 4255752 h 4869550"/>
              <a:gd name="connsiteX4" fmla="*/ 8937704 w 9543336"/>
              <a:gd name="connsiteY4" fmla="*/ 4861384 h 4869550"/>
              <a:gd name="connsiteX5" fmla="*/ 8332073 w 9543336"/>
              <a:gd name="connsiteY5" fmla="*/ 4255753 h 4869550"/>
              <a:gd name="connsiteX6" fmla="*/ 7726441 w 9543336"/>
              <a:gd name="connsiteY6" fmla="*/ 4861384 h 4869550"/>
              <a:gd name="connsiteX7" fmla="*/ 7146632 w 9543336"/>
              <a:gd name="connsiteY7" fmla="*/ 4281575 h 4869550"/>
              <a:gd name="connsiteX8" fmla="*/ 6564100 w 9543336"/>
              <a:gd name="connsiteY8" fmla="*/ 4864106 h 4869550"/>
              <a:gd name="connsiteX9" fmla="*/ 5958468 w 9543336"/>
              <a:gd name="connsiteY9" fmla="*/ 4258475 h 4869550"/>
              <a:gd name="connsiteX10" fmla="*/ 5352837 w 9543336"/>
              <a:gd name="connsiteY10" fmla="*/ 4864106 h 4869550"/>
              <a:gd name="connsiteX11" fmla="*/ 4773027 w 9543336"/>
              <a:gd name="connsiteY11" fmla="*/ 4284297 h 4869550"/>
              <a:gd name="connsiteX12" fmla="*/ 4190496 w 9543336"/>
              <a:gd name="connsiteY12" fmla="*/ 4866828 h 4869550"/>
              <a:gd name="connsiteX13" fmla="*/ 3584864 w 9543336"/>
              <a:gd name="connsiteY13" fmla="*/ 4261197 h 4869550"/>
              <a:gd name="connsiteX14" fmla="*/ 2979233 w 9543336"/>
              <a:gd name="connsiteY14" fmla="*/ 4866828 h 4869550"/>
              <a:gd name="connsiteX15" fmla="*/ 2399428 w 9543336"/>
              <a:gd name="connsiteY15" fmla="*/ 4287019 h 4869550"/>
              <a:gd name="connsiteX16" fmla="*/ 1816896 w 9543336"/>
              <a:gd name="connsiteY16" fmla="*/ 4869550 h 4869550"/>
              <a:gd name="connsiteX17" fmla="*/ 1211266 w 9543336"/>
              <a:gd name="connsiteY17" fmla="*/ 4263919 h 4869550"/>
              <a:gd name="connsiteX18" fmla="*/ 605633 w 9543336"/>
              <a:gd name="connsiteY18" fmla="*/ 4869550 h 4869550"/>
              <a:gd name="connsiteX19" fmla="*/ 0 w 9543336"/>
              <a:gd name="connsiteY19" fmla="*/ 4263918 h 4869550"/>
              <a:gd name="connsiteX20" fmla="*/ 605633 w 9543336"/>
              <a:gd name="connsiteY20" fmla="*/ 3658286 h 4869550"/>
              <a:gd name="connsiteX21" fmla="*/ 1211266 w 9543336"/>
              <a:gd name="connsiteY21" fmla="*/ 4263918 h 4869550"/>
              <a:gd name="connsiteX22" fmla="*/ 1816896 w 9543336"/>
              <a:gd name="connsiteY22" fmla="*/ 3658286 h 4869550"/>
              <a:gd name="connsiteX23" fmla="*/ 2396706 w 9543336"/>
              <a:gd name="connsiteY23" fmla="*/ 4238096 h 4869550"/>
              <a:gd name="connsiteX24" fmla="*/ 2979233 w 9543336"/>
              <a:gd name="connsiteY24" fmla="*/ 3655564 h 4869550"/>
              <a:gd name="connsiteX25" fmla="*/ 3584864 w 9543336"/>
              <a:gd name="connsiteY25" fmla="*/ 4261196 h 4869550"/>
              <a:gd name="connsiteX26" fmla="*/ 4190496 w 9543336"/>
              <a:gd name="connsiteY26" fmla="*/ 3655564 h 4869550"/>
              <a:gd name="connsiteX27" fmla="*/ 4770305 w 9543336"/>
              <a:gd name="connsiteY27" fmla="*/ 4235374 h 4869550"/>
              <a:gd name="connsiteX28" fmla="*/ 5352837 w 9543336"/>
              <a:gd name="connsiteY28" fmla="*/ 3652842 h 4869550"/>
              <a:gd name="connsiteX29" fmla="*/ 5958468 w 9543336"/>
              <a:gd name="connsiteY29" fmla="*/ 4258474 h 4869550"/>
              <a:gd name="connsiteX30" fmla="*/ 6564100 w 9543336"/>
              <a:gd name="connsiteY30" fmla="*/ 3652842 h 4869550"/>
              <a:gd name="connsiteX31" fmla="*/ 7143910 w 9543336"/>
              <a:gd name="connsiteY31" fmla="*/ 4232652 h 4869550"/>
              <a:gd name="connsiteX32" fmla="*/ 7726441 w 9543336"/>
              <a:gd name="connsiteY32" fmla="*/ 2433413 h 4869550"/>
              <a:gd name="connsiteX33" fmla="*/ 8332073 w 9543336"/>
              <a:gd name="connsiteY33" fmla="*/ 3039044 h 4869550"/>
              <a:gd name="connsiteX34" fmla="*/ 8937704 w 9543336"/>
              <a:gd name="connsiteY34" fmla="*/ 2433413 h 4869550"/>
              <a:gd name="connsiteX35" fmla="*/ 9543336 w 9543336"/>
              <a:gd name="connsiteY35" fmla="*/ 3039045 h 4869550"/>
              <a:gd name="connsiteX36" fmla="*/ 8937704 w 9543336"/>
              <a:gd name="connsiteY36" fmla="*/ 3644677 h 4869550"/>
              <a:gd name="connsiteX37" fmla="*/ 8332073 w 9543336"/>
              <a:gd name="connsiteY37" fmla="*/ 3039045 h 4869550"/>
              <a:gd name="connsiteX38" fmla="*/ 7726441 w 9543336"/>
              <a:gd name="connsiteY38" fmla="*/ 3644677 h 4869550"/>
              <a:gd name="connsiteX39" fmla="*/ 7146631 w 9543336"/>
              <a:gd name="connsiteY39" fmla="*/ 3064867 h 4869550"/>
              <a:gd name="connsiteX40" fmla="*/ 6564100 w 9543336"/>
              <a:gd name="connsiteY40" fmla="*/ 3647399 h 4869550"/>
              <a:gd name="connsiteX41" fmla="*/ 5958468 w 9543336"/>
              <a:gd name="connsiteY41" fmla="*/ 3041767 h 4869550"/>
              <a:gd name="connsiteX42" fmla="*/ 5352837 w 9543336"/>
              <a:gd name="connsiteY42" fmla="*/ 3647399 h 4869550"/>
              <a:gd name="connsiteX43" fmla="*/ 4773027 w 9543336"/>
              <a:gd name="connsiteY43" fmla="*/ 3067589 h 4869550"/>
              <a:gd name="connsiteX44" fmla="*/ 4190496 w 9543336"/>
              <a:gd name="connsiteY44" fmla="*/ 3650121 h 4869550"/>
              <a:gd name="connsiteX45" fmla="*/ 3584864 w 9543336"/>
              <a:gd name="connsiteY45" fmla="*/ 3044489 h 4869550"/>
              <a:gd name="connsiteX46" fmla="*/ 2979233 w 9543336"/>
              <a:gd name="connsiteY46" fmla="*/ 3650121 h 4869550"/>
              <a:gd name="connsiteX47" fmla="*/ 2399427 w 9543336"/>
              <a:gd name="connsiteY47" fmla="*/ 3070311 h 4869550"/>
              <a:gd name="connsiteX48" fmla="*/ 1816896 w 9543336"/>
              <a:gd name="connsiteY48" fmla="*/ 3652843 h 4869550"/>
              <a:gd name="connsiteX49" fmla="*/ 1211265 w 9543336"/>
              <a:gd name="connsiteY49" fmla="*/ 3047212 h 4869550"/>
              <a:gd name="connsiteX50" fmla="*/ 605632 w 9543336"/>
              <a:gd name="connsiteY50" fmla="*/ 3652843 h 4869550"/>
              <a:gd name="connsiteX51" fmla="*/ 0 w 9543336"/>
              <a:gd name="connsiteY51" fmla="*/ 3047211 h 4869550"/>
              <a:gd name="connsiteX52" fmla="*/ 605632 w 9543336"/>
              <a:gd name="connsiteY52" fmla="*/ 2441579 h 4869550"/>
              <a:gd name="connsiteX53" fmla="*/ 1211265 w 9543336"/>
              <a:gd name="connsiteY53" fmla="*/ 3047210 h 4869550"/>
              <a:gd name="connsiteX54" fmla="*/ 1816896 w 9543336"/>
              <a:gd name="connsiteY54" fmla="*/ 2441579 h 4869550"/>
              <a:gd name="connsiteX55" fmla="*/ 2396704 w 9543336"/>
              <a:gd name="connsiteY55" fmla="*/ 3021388 h 4869550"/>
              <a:gd name="connsiteX56" fmla="*/ 2979233 w 9543336"/>
              <a:gd name="connsiteY56" fmla="*/ 2438857 h 4869550"/>
              <a:gd name="connsiteX57" fmla="*/ 3584864 w 9543336"/>
              <a:gd name="connsiteY57" fmla="*/ 3044488 h 4869550"/>
              <a:gd name="connsiteX58" fmla="*/ 4190496 w 9543336"/>
              <a:gd name="connsiteY58" fmla="*/ 2438857 h 4869550"/>
              <a:gd name="connsiteX59" fmla="*/ 4770305 w 9543336"/>
              <a:gd name="connsiteY59" fmla="*/ 3018666 h 4869550"/>
              <a:gd name="connsiteX60" fmla="*/ 5352837 w 9543336"/>
              <a:gd name="connsiteY60" fmla="*/ 2436135 h 4869550"/>
              <a:gd name="connsiteX61" fmla="*/ 5958468 w 9543336"/>
              <a:gd name="connsiteY61" fmla="*/ 3041766 h 4869550"/>
              <a:gd name="connsiteX62" fmla="*/ 6564100 w 9543336"/>
              <a:gd name="connsiteY62" fmla="*/ 2436135 h 4869550"/>
              <a:gd name="connsiteX63" fmla="*/ 7143910 w 9543336"/>
              <a:gd name="connsiteY63" fmla="*/ 3015944 h 4869550"/>
              <a:gd name="connsiteX64" fmla="*/ 7726441 w 9543336"/>
              <a:gd name="connsiteY64" fmla="*/ 1216706 h 4869550"/>
              <a:gd name="connsiteX65" fmla="*/ 8332073 w 9543336"/>
              <a:gd name="connsiteY65" fmla="*/ 1822337 h 4869550"/>
              <a:gd name="connsiteX66" fmla="*/ 8937704 w 9543336"/>
              <a:gd name="connsiteY66" fmla="*/ 1216706 h 4869550"/>
              <a:gd name="connsiteX67" fmla="*/ 9543336 w 9543336"/>
              <a:gd name="connsiteY67" fmla="*/ 1822338 h 4869550"/>
              <a:gd name="connsiteX68" fmla="*/ 8937704 w 9543336"/>
              <a:gd name="connsiteY68" fmla="*/ 2427970 h 4869550"/>
              <a:gd name="connsiteX69" fmla="*/ 8332073 w 9543336"/>
              <a:gd name="connsiteY69" fmla="*/ 1822338 h 4869550"/>
              <a:gd name="connsiteX70" fmla="*/ 7726441 w 9543336"/>
              <a:gd name="connsiteY70" fmla="*/ 2427970 h 4869550"/>
              <a:gd name="connsiteX71" fmla="*/ 7146631 w 9543336"/>
              <a:gd name="connsiteY71" fmla="*/ 1848160 h 4869550"/>
              <a:gd name="connsiteX72" fmla="*/ 6564100 w 9543336"/>
              <a:gd name="connsiteY72" fmla="*/ 2430692 h 4869550"/>
              <a:gd name="connsiteX73" fmla="*/ 5958468 w 9543336"/>
              <a:gd name="connsiteY73" fmla="*/ 1825060 h 4869550"/>
              <a:gd name="connsiteX74" fmla="*/ 5352837 w 9543336"/>
              <a:gd name="connsiteY74" fmla="*/ 2430692 h 4869550"/>
              <a:gd name="connsiteX75" fmla="*/ 4773027 w 9543336"/>
              <a:gd name="connsiteY75" fmla="*/ 1850882 h 4869550"/>
              <a:gd name="connsiteX76" fmla="*/ 4190496 w 9543336"/>
              <a:gd name="connsiteY76" fmla="*/ 2433414 h 4869550"/>
              <a:gd name="connsiteX77" fmla="*/ 3584864 w 9543336"/>
              <a:gd name="connsiteY77" fmla="*/ 1827782 h 4869550"/>
              <a:gd name="connsiteX78" fmla="*/ 2979233 w 9543336"/>
              <a:gd name="connsiteY78" fmla="*/ 2433414 h 4869550"/>
              <a:gd name="connsiteX79" fmla="*/ 2399427 w 9543336"/>
              <a:gd name="connsiteY79" fmla="*/ 1853605 h 4869550"/>
              <a:gd name="connsiteX80" fmla="*/ 1816896 w 9543336"/>
              <a:gd name="connsiteY80" fmla="*/ 2436136 h 4869550"/>
              <a:gd name="connsiteX81" fmla="*/ 1211265 w 9543336"/>
              <a:gd name="connsiteY81" fmla="*/ 1830505 h 4869550"/>
              <a:gd name="connsiteX82" fmla="*/ 605633 w 9543336"/>
              <a:gd name="connsiteY82" fmla="*/ 2436136 h 4869550"/>
              <a:gd name="connsiteX83" fmla="*/ 0 w 9543336"/>
              <a:gd name="connsiteY83" fmla="*/ 1830504 h 4869550"/>
              <a:gd name="connsiteX84" fmla="*/ 605633 w 9543336"/>
              <a:gd name="connsiteY84" fmla="*/ 1224872 h 4869550"/>
              <a:gd name="connsiteX85" fmla="*/ 1211265 w 9543336"/>
              <a:gd name="connsiteY85" fmla="*/ 1830503 h 4869550"/>
              <a:gd name="connsiteX86" fmla="*/ 1816896 w 9543336"/>
              <a:gd name="connsiteY86" fmla="*/ 1224872 h 4869550"/>
              <a:gd name="connsiteX87" fmla="*/ 2396704 w 9543336"/>
              <a:gd name="connsiteY87" fmla="*/ 1804681 h 4869550"/>
              <a:gd name="connsiteX88" fmla="*/ 2979233 w 9543336"/>
              <a:gd name="connsiteY88" fmla="*/ 1222150 h 4869550"/>
              <a:gd name="connsiteX89" fmla="*/ 3584864 w 9543336"/>
              <a:gd name="connsiteY89" fmla="*/ 1827781 h 4869550"/>
              <a:gd name="connsiteX90" fmla="*/ 4190496 w 9543336"/>
              <a:gd name="connsiteY90" fmla="*/ 1222150 h 4869550"/>
              <a:gd name="connsiteX91" fmla="*/ 4770305 w 9543336"/>
              <a:gd name="connsiteY91" fmla="*/ 1801960 h 4869550"/>
              <a:gd name="connsiteX92" fmla="*/ 5352837 w 9543336"/>
              <a:gd name="connsiteY92" fmla="*/ 1219428 h 4869550"/>
              <a:gd name="connsiteX93" fmla="*/ 5958468 w 9543336"/>
              <a:gd name="connsiteY93" fmla="*/ 1825059 h 4869550"/>
              <a:gd name="connsiteX94" fmla="*/ 6564100 w 9543336"/>
              <a:gd name="connsiteY94" fmla="*/ 1219428 h 4869550"/>
              <a:gd name="connsiteX95" fmla="*/ 7143909 w 9543336"/>
              <a:gd name="connsiteY95" fmla="*/ 1799237 h 4869550"/>
              <a:gd name="connsiteX96" fmla="*/ 7726441 w 9543336"/>
              <a:gd name="connsiteY96" fmla="*/ 0 h 4869550"/>
              <a:gd name="connsiteX97" fmla="*/ 8332072 w 9543336"/>
              <a:gd name="connsiteY97" fmla="*/ 605632 h 4869550"/>
              <a:gd name="connsiteX98" fmla="*/ 8937704 w 9543336"/>
              <a:gd name="connsiteY98" fmla="*/ 0 h 4869550"/>
              <a:gd name="connsiteX99" fmla="*/ 9543336 w 9543336"/>
              <a:gd name="connsiteY99" fmla="*/ 605632 h 4869550"/>
              <a:gd name="connsiteX100" fmla="*/ 8937704 w 9543336"/>
              <a:gd name="connsiteY100" fmla="*/ 1211263 h 4869550"/>
              <a:gd name="connsiteX101" fmla="*/ 8332072 w 9543336"/>
              <a:gd name="connsiteY101" fmla="*/ 605633 h 4869550"/>
              <a:gd name="connsiteX102" fmla="*/ 7726441 w 9543336"/>
              <a:gd name="connsiteY102" fmla="*/ 1211263 h 4869550"/>
              <a:gd name="connsiteX103" fmla="*/ 7146632 w 9543336"/>
              <a:gd name="connsiteY103" fmla="*/ 631455 h 4869550"/>
              <a:gd name="connsiteX104" fmla="*/ 6564100 w 9543336"/>
              <a:gd name="connsiteY104" fmla="*/ 1213985 h 4869550"/>
              <a:gd name="connsiteX105" fmla="*/ 5958468 w 9543336"/>
              <a:gd name="connsiteY105" fmla="*/ 608355 h 4869550"/>
              <a:gd name="connsiteX106" fmla="*/ 5352837 w 9543336"/>
              <a:gd name="connsiteY106" fmla="*/ 1213985 h 4869550"/>
              <a:gd name="connsiteX107" fmla="*/ 4773027 w 9543336"/>
              <a:gd name="connsiteY107" fmla="*/ 634177 h 4869550"/>
              <a:gd name="connsiteX108" fmla="*/ 4190496 w 9543336"/>
              <a:gd name="connsiteY108" fmla="*/ 1216707 h 4869550"/>
              <a:gd name="connsiteX109" fmla="*/ 3584864 w 9543336"/>
              <a:gd name="connsiteY109" fmla="*/ 611077 h 4869550"/>
              <a:gd name="connsiteX110" fmla="*/ 2979233 w 9543336"/>
              <a:gd name="connsiteY110" fmla="*/ 1216707 h 4869550"/>
              <a:gd name="connsiteX111" fmla="*/ 2399427 w 9543336"/>
              <a:gd name="connsiteY111" fmla="*/ 636900 h 4869550"/>
              <a:gd name="connsiteX112" fmla="*/ 1816896 w 9543336"/>
              <a:gd name="connsiteY112" fmla="*/ 1219429 h 4869550"/>
              <a:gd name="connsiteX113" fmla="*/ 1211265 w 9543336"/>
              <a:gd name="connsiteY113" fmla="*/ 613800 h 4869550"/>
              <a:gd name="connsiteX114" fmla="*/ 605632 w 9543336"/>
              <a:gd name="connsiteY114" fmla="*/ 1219429 h 4869550"/>
              <a:gd name="connsiteX115" fmla="*/ 0 w 9543336"/>
              <a:gd name="connsiteY115" fmla="*/ 613799 h 4869550"/>
              <a:gd name="connsiteX116" fmla="*/ 605632 w 9543336"/>
              <a:gd name="connsiteY116" fmla="*/ 8166 h 4869550"/>
              <a:gd name="connsiteX117" fmla="*/ 1211265 w 9543336"/>
              <a:gd name="connsiteY117" fmla="*/ 613798 h 4869550"/>
              <a:gd name="connsiteX118" fmla="*/ 1816896 w 9543336"/>
              <a:gd name="connsiteY118" fmla="*/ 8166 h 4869550"/>
              <a:gd name="connsiteX119" fmla="*/ 2396704 w 9543336"/>
              <a:gd name="connsiteY119" fmla="*/ 587976 h 4869550"/>
              <a:gd name="connsiteX120" fmla="*/ 2979233 w 9543336"/>
              <a:gd name="connsiteY120" fmla="*/ 5444 h 4869550"/>
              <a:gd name="connsiteX121" fmla="*/ 3584864 w 9543336"/>
              <a:gd name="connsiteY121" fmla="*/ 611076 h 4869550"/>
              <a:gd name="connsiteX122" fmla="*/ 4190496 w 9543336"/>
              <a:gd name="connsiteY122" fmla="*/ 5444 h 4869550"/>
              <a:gd name="connsiteX123" fmla="*/ 4770305 w 9543336"/>
              <a:gd name="connsiteY123" fmla="*/ 585254 h 4869550"/>
              <a:gd name="connsiteX124" fmla="*/ 5352837 w 9543336"/>
              <a:gd name="connsiteY124" fmla="*/ 2722 h 4869550"/>
              <a:gd name="connsiteX125" fmla="*/ 5958468 w 9543336"/>
              <a:gd name="connsiteY125" fmla="*/ 608354 h 4869550"/>
              <a:gd name="connsiteX126" fmla="*/ 6564100 w 9543336"/>
              <a:gd name="connsiteY126" fmla="*/ 2722 h 4869550"/>
              <a:gd name="connsiteX127" fmla="*/ 7143909 w 9543336"/>
              <a:gd name="connsiteY127" fmla="*/ 582532 h 4869550"/>
            </a:gdLst>
            <a:ahLst/>
            <a:cxnLst/>
            <a:rect l="l" t="t" r="r" b="b"/>
            <a:pathLst>
              <a:path w="9543336" h="4869550">
                <a:moveTo>
                  <a:pt x="7726441" y="3650120"/>
                </a:moveTo>
                <a:lnTo>
                  <a:pt x="8332073" y="4255752"/>
                </a:lnTo>
                <a:lnTo>
                  <a:pt x="8937704" y="3650120"/>
                </a:lnTo>
                <a:lnTo>
                  <a:pt x="9543336" y="4255752"/>
                </a:lnTo>
                <a:lnTo>
                  <a:pt x="8937704" y="4861384"/>
                </a:lnTo>
                <a:lnTo>
                  <a:pt x="8332073" y="4255753"/>
                </a:lnTo>
                <a:lnTo>
                  <a:pt x="7726441" y="4861384"/>
                </a:lnTo>
                <a:lnTo>
                  <a:pt x="7146632" y="4281575"/>
                </a:lnTo>
                <a:lnTo>
                  <a:pt x="6564100" y="4864106"/>
                </a:lnTo>
                <a:lnTo>
                  <a:pt x="5958468" y="4258475"/>
                </a:lnTo>
                <a:lnTo>
                  <a:pt x="5352837" y="4864106"/>
                </a:lnTo>
                <a:lnTo>
                  <a:pt x="4773027" y="4284297"/>
                </a:lnTo>
                <a:lnTo>
                  <a:pt x="4190496" y="4866828"/>
                </a:lnTo>
                <a:lnTo>
                  <a:pt x="3584864" y="4261197"/>
                </a:lnTo>
                <a:lnTo>
                  <a:pt x="2979233" y="4866828"/>
                </a:lnTo>
                <a:lnTo>
                  <a:pt x="2399428" y="4287019"/>
                </a:lnTo>
                <a:lnTo>
                  <a:pt x="1816896" y="4869550"/>
                </a:lnTo>
                <a:lnTo>
                  <a:pt x="1211266" y="4263919"/>
                </a:lnTo>
                <a:lnTo>
                  <a:pt x="605633" y="4869550"/>
                </a:lnTo>
                <a:lnTo>
                  <a:pt x="0" y="4263918"/>
                </a:lnTo>
                <a:lnTo>
                  <a:pt x="605633" y="3658286"/>
                </a:lnTo>
                <a:lnTo>
                  <a:pt x="1211266" y="4263918"/>
                </a:lnTo>
                <a:lnTo>
                  <a:pt x="1816896" y="3658286"/>
                </a:lnTo>
                <a:lnTo>
                  <a:pt x="2396706" y="4238096"/>
                </a:lnTo>
                <a:lnTo>
                  <a:pt x="2979233" y="3655564"/>
                </a:lnTo>
                <a:lnTo>
                  <a:pt x="3584864" y="4261196"/>
                </a:lnTo>
                <a:lnTo>
                  <a:pt x="4190496" y="3655564"/>
                </a:lnTo>
                <a:lnTo>
                  <a:pt x="4770305" y="4235374"/>
                </a:lnTo>
                <a:lnTo>
                  <a:pt x="5352837" y="3652842"/>
                </a:lnTo>
                <a:lnTo>
                  <a:pt x="5958468" y="4258474"/>
                </a:lnTo>
                <a:lnTo>
                  <a:pt x="6564100" y="3652842"/>
                </a:lnTo>
                <a:lnTo>
                  <a:pt x="7143910" y="4232652"/>
                </a:lnTo>
                <a:close/>
                <a:moveTo>
                  <a:pt x="7726441" y="2433413"/>
                </a:moveTo>
                <a:lnTo>
                  <a:pt x="8332073" y="3039044"/>
                </a:lnTo>
                <a:lnTo>
                  <a:pt x="8937704" y="2433413"/>
                </a:lnTo>
                <a:lnTo>
                  <a:pt x="9543336" y="3039045"/>
                </a:lnTo>
                <a:lnTo>
                  <a:pt x="8937704" y="3644677"/>
                </a:lnTo>
                <a:lnTo>
                  <a:pt x="8332073" y="3039045"/>
                </a:lnTo>
                <a:lnTo>
                  <a:pt x="7726441" y="3644677"/>
                </a:lnTo>
                <a:lnTo>
                  <a:pt x="7146631" y="3064867"/>
                </a:lnTo>
                <a:lnTo>
                  <a:pt x="6564100" y="3647399"/>
                </a:lnTo>
                <a:lnTo>
                  <a:pt x="5958468" y="3041767"/>
                </a:lnTo>
                <a:lnTo>
                  <a:pt x="5352837" y="3647399"/>
                </a:lnTo>
                <a:lnTo>
                  <a:pt x="4773027" y="3067589"/>
                </a:lnTo>
                <a:lnTo>
                  <a:pt x="4190496" y="3650121"/>
                </a:lnTo>
                <a:lnTo>
                  <a:pt x="3584864" y="3044489"/>
                </a:lnTo>
                <a:lnTo>
                  <a:pt x="2979233" y="3650121"/>
                </a:lnTo>
                <a:lnTo>
                  <a:pt x="2399427" y="3070311"/>
                </a:lnTo>
                <a:lnTo>
                  <a:pt x="1816896" y="3652843"/>
                </a:lnTo>
                <a:lnTo>
                  <a:pt x="1211265" y="3047212"/>
                </a:lnTo>
                <a:lnTo>
                  <a:pt x="605632" y="3652843"/>
                </a:lnTo>
                <a:lnTo>
                  <a:pt x="0" y="3047211"/>
                </a:lnTo>
                <a:lnTo>
                  <a:pt x="605632" y="2441579"/>
                </a:lnTo>
                <a:lnTo>
                  <a:pt x="1211265" y="3047210"/>
                </a:lnTo>
                <a:lnTo>
                  <a:pt x="1816896" y="2441579"/>
                </a:lnTo>
                <a:lnTo>
                  <a:pt x="2396704" y="3021388"/>
                </a:lnTo>
                <a:lnTo>
                  <a:pt x="2979233" y="2438857"/>
                </a:lnTo>
                <a:lnTo>
                  <a:pt x="3584864" y="3044488"/>
                </a:lnTo>
                <a:lnTo>
                  <a:pt x="4190496" y="2438857"/>
                </a:lnTo>
                <a:lnTo>
                  <a:pt x="4770305" y="3018666"/>
                </a:lnTo>
                <a:lnTo>
                  <a:pt x="5352837" y="2436135"/>
                </a:lnTo>
                <a:lnTo>
                  <a:pt x="5958468" y="3041766"/>
                </a:lnTo>
                <a:lnTo>
                  <a:pt x="6564100" y="2436135"/>
                </a:lnTo>
                <a:lnTo>
                  <a:pt x="7143910" y="3015944"/>
                </a:lnTo>
                <a:close/>
                <a:moveTo>
                  <a:pt x="7726441" y="1216706"/>
                </a:moveTo>
                <a:lnTo>
                  <a:pt x="8332073" y="1822337"/>
                </a:lnTo>
                <a:lnTo>
                  <a:pt x="8937704" y="1216706"/>
                </a:lnTo>
                <a:lnTo>
                  <a:pt x="9543336" y="1822338"/>
                </a:lnTo>
                <a:lnTo>
                  <a:pt x="8937704" y="2427970"/>
                </a:lnTo>
                <a:lnTo>
                  <a:pt x="8332073" y="1822338"/>
                </a:lnTo>
                <a:lnTo>
                  <a:pt x="7726441" y="2427970"/>
                </a:lnTo>
                <a:lnTo>
                  <a:pt x="7146631" y="1848160"/>
                </a:lnTo>
                <a:lnTo>
                  <a:pt x="6564100" y="2430692"/>
                </a:lnTo>
                <a:lnTo>
                  <a:pt x="5958468" y="1825060"/>
                </a:lnTo>
                <a:lnTo>
                  <a:pt x="5352837" y="2430692"/>
                </a:lnTo>
                <a:lnTo>
                  <a:pt x="4773027" y="1850882"/>
                </a:lnTo>
                <a:lnTo>
                  <a:pt x="4190496" y="2433414"/>
                </a:lnTo>
                <a:lnTo>
                  <a:pt x="3584864" y="1827782"/>
                </a:lnTo>
                <a:lnTo>
                  <a:pt x="2979233" y="2433414"/>
                </a:lnTo>
                <a:lnTo>
                  <a:pt x="2399427" y="1853605"/>
                </a:lnTo>
                <a:lnTo>
                  <a:pt x="1816896" y="2436136"/>
                </a:lnTo>
                <a:lnTo>
                  <a:pt x="1211265" y="1830505"/>
                </a:lnTo>
                <a:lnTo>
                  <a:pt x="605633" y="2436136"/>
                </a:lnTo>
                <a:lnTo>
                  <a:pt x="0" y="1830504"/>
                </a:lnTo>
                <a:lnTo>
                  <a:pt x="605633" y="1224872"/>
                </a:lnTo>
                <a:lnTo>
                  <a:pt x="1211265" y="1830503"/>
                </a:lnTo>
                <a:lnTo>
                  <a:pt x="1816896" y="1224872"/>
                </a:lnTo>
                <a:lnTo>
                  <a:pt x="2396704" y="1804681"/>
                </a:lnTo>
                <a:lnTo>
                  <a:pt x="2979233" y="1222150"/>
                </a:lnTo>
                <a:lnTo>
                  <a:pt x="3584864" y="1827781"/>
                </a:lnTo>
                <a:lnTo>
                  <a:pt x="4190496" y="1222150"/>
                </a:lnTo>
                <a:lnTo>
                  <a:pt x="4770305" y="1801960"/>
                </a:lnTo>
                <a:lnTo>
                  <a:pt x="5352837" y="1219428"/>
                </a:lnTo>
                <a:lnTo>
                  <a:pt x="5958468" y="1825059"/>
                </a:lnTo>
                <a:lnTo>
                  <a:pt x="6564100" y="1219428"/>
                </a:lnTo>
                <a:lnTo>
                  <a:pt x="7143909" y="1799237"/>
                </a:lnTo>
                <a:close/>
                <a:moveTo>
                  <a:pt x="7726441" y="0"/>
                </a:moveTo>
                <a:lnTo>
                  <a:pt x="8332072" y="605632"/>
                </a:lnTo>
                <a:lnTo>
                  <a:pt x="8937704" y="0"/>
                </a:lnTo>
                <a:lnTo>
                  <a:pt x="9543336" y="605632"/>
                </a:lnTo>
                <a:lnTo>
                  <a:pt x="8937704" y="1211263"/>
                </a:lnTo>
                <a:lnTo>
                  <a:pt x="8332072" y="605633"/>
                </a:lnTo>
                <a:lnTo>
                  <a:pt x="7726441" y="1211263"/>
                </a:lnTo>
                <a:lnTo>
                  <a:pt x="7146632" y="631455"/>
                </a:lnTo>
                <a:lnTo>
                  <a:pt x="6564100" y="1213985"/>
                </a:lnTo>
                <a:lnTo>
                  <a:pt x="5958468" y="608355"/>
                </a:lnTo>
                <a:lnTo>
                  <a:pt x="5352837" y="1213985"/>
                </a:lnTo>
                <a:lnTo>
                  <a:pt x="4773027" y="634177"/>
                </a:lnTo>
                <a:lnTo>
                  <a:pt x="4190496" y="1216707"/>
                </a:lnTo>
                <a:lnTo>
                  <a:pt x="3584864" y="611077"/>
                </a:lnTo>
                <a:lnTo>
                  <a:pt x="2979233" y="1216707"/>
                </a:lnTo>
                <a:lnTo>
                  <a:pt x="2399427" y="636900"/>
                </a:lnTo>
                <a:lnTo>
                  <a:pt x="1816896" y="1219429"/>
                </a:lnTo>
                <a:lnTo>
                  <a:pt x="1211265" y="613800"/>
                </a:lnTo>
                <a:lnTo>
                  <a:pt x="605632" y="1219429"/>
                </a:lnTo>
                <a:lnTo>
                  <a:pt x="0" y="613799"/>
                </a:lnTo>
                <a:lnTo>
                  <a:pt x="605632" y="8166"/>
                </a:lnTo>
                <a:lnTo>
                  <a:pt x="1211265" y="613798"/>
                </a:lnTo>
                <a:lnTo>
                  <a:pt x="1816896" y="8166"/>
                </a:lnTo>
                <a:lnTo>
                  <a:pt x="2396704" y="587976"/>
                </a:lnTo>
                <a:lnTo>
                  <a:pt x="2979233" y="5444"/>
                </a:lnTo>
                <a:lnTo>
                  <a:pt x="3584864" y="611076"/>
                </a:lnTo>
                <a:lnTo>
                  <a:pt x="4190496" y="5444"/>
                </a:lnTo>
                <a:lnTo>
                  <a:pt x="4770305" y="585254"/>
                </a:lnTo>
                <a:lnTo>
                  <a:pt x="5352837" y="2722"/>
                </a:lnTo>
                <a:lnTo>
                  <a:pt x="5958468" y="608354"/>
                </a:lnTo>
                <a:lnTo>
                  <a:pt x="6564100" y="2722"/>
                </a:lnTo>
                <a:lnTo>
                  <a:pt x="7143909" y="582532"/>
                </a:lnTo>
                <a:close/>
              </a:path>
            </a:pathLst>
          </a:custGeom>
          <a:solidFill>
            <a:schemeClr val="accent1">
              <a:lumMod val="40000"/>
              <a:lumOff val="60000"/>
              <a:alpha val="16000"/>
            </a:schemeClr>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8" name="标题 1"/>
          <p:cNvSpPr txBox="1"/>
          <p:nvPr/>
        </p:nvSpPr>
        <p:spPr>
          <a:xfrm>
            <a:off x="417252" y="156705"/>
            <a:ext cx="294640" cy="294640"/>
          </a:xfrm>
          <a:prstGeom prst="diamond">
            <a:avLst/>
          </a:prstGeom>
          <a:solidFill>
            <a:schemeClr val="accent1"/>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9" name="标题 1"/>
          <p:cNvSpPr txBox="1"/>
          <p:nvPr/>
        </p:nvSpPr>
        <p:spPr>
          <a:xfrm>
            <a:off x="417252" y="6406655"/>
            <a:ext cx="294640" cy="294640"/>
          </a:xfrm>
          <a:prstGeom prst="diamond">
            <a:avLst/>
          </a:prstGeom>
          <a:solidFill>
            <a:schemeClr val="accent1"/>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0" name="标题 1"/>
          <p:cNvSpPr txBox="1"/>
          <p:nvPr/>
        </p:nvSpPr>
        <p:spPr>
          <a:xfrm>
            <a:off x="11480108" y="6406655"/>
            <a:ext cx="294640" cy="294640"/>
          </a:xfrm>
          <a:prstGeom prst="diamond">
            <a:avLst/>
          </a:prstGeom>
          <a:solidFill>
            <a:schemeClr val="accent1"/>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1" name="标题 1"/>
          <p:cNvSpPr txBox="1"/>
          <p:nvPr/>
        </p:nvSpPr>
        <p:spPr>
          <a:xfrm>
            <a:off x="11480108" y="156705"/>
            <a:ext cx="294640" cy="294640"/>
          </a:xfrm>
          <a:prstGeom prst="diamond">
            <a:avLst/>
          </a:prstGeom>
          <a:solidFill>
            <a:schemeClr val="accent1"/>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2" name="标题 1"/>
          <p:cNvSpPr txBox="1"/>
          <p:nvPr/>
        </p:nvSpPr>
        <p:spPr>
          <a:xfrm>
            <a:off x="2116604" y="2225443"/>
            <a:ext cx="7966042" cy="2812721"/>
          </a:xfrm>
          <a:prstGeom prst="roundRect">
            <a:avLst>
              <a:gd name="adj" fmla="val 0"/>
            </a:avLst>
          </a:prstGeom>
          <a:solidFill>
            <a:schemeClr val="accent1"/>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4" name="标题 1"/>
          <p:cNvSpPr txBox="1"/>
          <p:nvPr/>
        </p:nvSpPr>
        <p:spPr>
          <a:xfrm>
            <a:off x="1814930" y="1748790"/>
            <a:ext cx="373916" cy="373670"/>
          </a:xfrm>
          <a:prstGeom prst="star4">
            <a:avLst/>
          </a:prstGeom>
          <a:solidFill>
            <a:schemeClr val="accent1"/>
          </a:solidFill>
          <a:ln w="12700" cap="sq">
            <a:solidFill>
              <a:schemeClr val="bg1"/>
            </a:solid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5" name="标题 1"/>
          <p:cNvSpPr txBox="1"/>
          <p:nvPr/>
        </p:nvSpPr>
        <p:spPr>
          <a:xfrm>
            <a:off x="2306946" y="1956212"/>
            <a:ext cx="207893" cy="194463"/>
          </a:xfrm>
          <a:prstGeom prst="star4">
            <a:avLst/>
          </a:prstGeom>
          <a:solidFill>
            <a:schemeClr val="accent1"/>
          </a:solidFill>
          <a:ln w="12700" cap="sq">
            <a:solidFill>
              <a:schemeClr val="bg1"/>
            </a:solid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6" name="标题 1"/>
          <p:cNvSpPr txBox="1"/>
          <p:nvPr/>
        </p:nvSpPr>
        <p:spPr>
          <a:xfrm>
            <a:off x="9953801" y="1748790"/>
            <a:ext cx="373916" cy="373670"/>
          </a:xfrm>
          <a:prstGeom prst="star4">
            <a:avLst/>
          </a:prstGeom>
          <a:solidFill>
            <a:schemeClr val="accent1"/>
          </a:solidFill>
          <a:ln w="12700" cap="sq">
            <a:solidFill>
              <a:schemeClr val="bg1"/>
            </a:solid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7" name="标题 1"/>
          <p:cNvSpPr txBox="1"/>
          <p:nvPr/>
        </p:nvSpPr>
        <p:spPr>
          <a:xfrm>
            <a:off x="9691066" y="1956212"/>
            <a:ext cx="207893" cy="194463"/>
          </a:xfrm>
          <a:prstGeom prst="star4">
            <a:avLst/>
          </a:prstGeom>
          <a:solidFill>
            <a:schemeClr val="accent1"/>
          </a:solidFill>
          <a:ln w="12700" cap="sq">
            <a:solidFill>
              <a:schemeClr val="bg1"/>
            </a:solid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8" name="标题 1"/>
          <p:cNvSpPr txBox="1"/>
          <p:nvPr/>
        </p:nvSpPr>
        <p:spPr>
          <a:xfrm>
            <a:off x="3136499" y="3236767"/>
            <a:ext cx="5926622" cy="1623047"/>
          </a:xfrm>
          <a:prstGeom prst="rect">
            <a:avLst/>
          </a:prstGeom>
          <a:noFill/>
          <a:ln>
            <a:noFill/>
          </a:ln>
        </p:spPr>
        <p:txBody>
          <a:bodyPr vert="horz" wrap="square" lIns="91440" tIns="45720" rIns="91440" bIns="45720" rtlCol="0" anchor="t"/>
          <a:lstStyle/>
          <a:p>
            <a:pPr algn="ctr">
              <a:buClrTx/>
              <a:buSzTx/>
              <a:buFontTx/>
            </a:pPr>
            <a:r>
              <a:rPr kumimoji="1" lang="zh-CN" altLang="en-US" sz="4400" b="1" dirty="0">
                <a:ln w="12700">
                  <a:noFill/>
                </a:ln>
                <a:solidFill>
                  <a:srgbClr val="FFFFFF">
                    <a:alpha val="100000"/>
                  </a:srgbClr>
                </a:solidFill>
                <a:latin typeface="仿宋" charset="0"/>
                <a:ea typeface="仿宋" charset="0"/>
                <a:cs typeface="OPPOSans H"/>
              </a:rPr>
              <a:t>主要工作</a:t>
            </a:r>
            <a:endParaRPr kumimoji="1" lang="zh-CN" altLang="en-US" sz="4400" b="1" i="0" u="none" strike="noStrike" kern="1200" cap="none" spc="0" normalizeH="0" baseline="0" noProof="0" dirty="0">
              <a:ln w="12700">
                <a:noFill/>
              </a:ln>
              <a:solidFill>
                <a:srgbClr val="FFFFFF">
                  <a:alpha val="100000"/>
                </a:srgbClr>
              </a:solidFill>
              <a:effectLst/>
              <a:uLnTx/>
              <a:uFillTx/>
              <a:latin typeface="仿宋" charset="0"/>
              <a:ea typeface="仿宋" charset="0"/>
              <a:cs typeface="OPPOSans H"/>
            </a:endParaRPr>
          </a:p>
          <a:p>
            <a:pPr algn="ctr"/>
            <a:endParaRPr kumimoji="1" lang="zh-CN" altLang="en-US" sz="1800" b="0" i="0" u="none" strike="noStrike" kern="1200" cap="none" spc="0" normalizeH="0" baseline="0" noProof="0" dirty="0">
              <a:ln>
                <a:noFill/>
              </a:ln>
              <a:solidFill>
                <a:srgbClr val="000000"/>
              </a:solidFill>
              <a:effectLst/>
              <a:uLnTx/>
              <a:uFillTx/>
              <a:latin typeface="微软雅黑"/>
              <a:ea typeface="微软雅黑"/>
              <a:cs typeface="+mn-cs"/>
            </a:endParaRPr>
          </a:p>
        </p:txBody>
      </p:sp>
      <p:sp>
        <p:nvSpPr>
          <p:cNvPr id="20" name="标题 1"/>
          <p:cNvSpPr txBox="1"/>
          <p:nvPr/>
        </p:nvSpPr>
        <p:spPr>
          <a:xfrm>
            <a:off x="5492169" y="1804555"/>
            <a:ext cx="1207663" cy="1432212"/>
          </a:xfrm>
          <a:prstGeom prst="rect">
            <a:avLst/>
          </a:prstGeom>
          <a:noFill/>
          <a:ln>
            <a:noFill/>
          </a:ln>
        </p:spPr>
        <p:txBody>
          <a:bodyPr vert="horz" wrap="square" lIns="91440" tIns="45720" rIns="91440" bIns="45720" rtlCol="0" anchor="b"/>
          <a:lstStyle/>
          <a:p>
            <a:pPr marL="0" marR="0" lvl="0" algn="ctr" defTabSz="457200" rtl="0" eaLnBrk="1" fontAlgn="auto" latinLnBrk="0" hangingPunct="1">
              <a:lnSpc>
                <a:spcPct val="100000"/>
              </a:lnSpc>
              <a:spcBef>
                <a:spcPts val="0"/>
              </a:spcBef>
              <a:spcAft>
                <a:spcPts val="0"/>
              </a:spcAft>
              <a:buClrTx/>
              <a:buSzTx/>
              <a:buFontTx/>
              <a:buNone/>
              <a:defRPr/>
            </a:pPr>
            <a:r>
              <a:rPr kumimoji="1" lang="en-US" altLang="zh-CN" sz="5400" b="0" i="0" u="none" strike="noStrike" kern="1200" cap="none" spc="0" normalizeH="0" baseline="0" noProof="0" dirty="0">
                <a:ln w="12700">
                  <a:noFill/>
                </a:ln>
                <a:solidFill>
                  <a:srgbClr val="FFFFFF">
                    <a:alpha val="100000"/>
                  </a:srgbClr>
                </a:solidFill>
                <a:effectLst/>
                <a:uLnTx/>
                <a:uFillTx/>
                <a:latin typeface="华文宋体" panose="02010600040101010101" charset="-122"/>
                <a:ea typeface="华文宋体" panose="02010600040101010101" charset="-122"/>
                <a:cs typeface="OPPOSans H"/>
              </a:rPr>
              <a:t>02</a:t>
            </a:r>
          </a:p>
        </p:txBody>
      </p:sp>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39517" y="1302569"/>
            <a:ext cx="3463612" cy="5587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12094"/>
            <a:ext cx="4838218" cy="627574"/>
            <a:chOff x="0" y="212094"/>
            <a:chExt cx="4367719" cy="627574"/>
          </a:xfrm>
        </p:grpSpPr>
        <p:sp>
          <p:nvSpPr>
            <p:cNvPr id="5" name="文本框 4"/>
            <p:cNvSpPr txBox="1"/>
            <p:nvPr>
              <p:custDataLst>
                <p:tags r:id="rId1"/>
              </p:custDataLst>
            </p:nvPr>
          </p:nvSpPr>
          <p:spPr>
            <a:xfrm>
              <a:off x="815975" y="305439"/>
              <a:ext cx="3469005" cy="523220"/>
            </a:xfrm>
            <a:prstGeom prst="rect">
              <a:avLst/>
            </a:prstGeom>
            <a:noFill/>
          </p:spPr>
          <p:txBody>
            <a:bodyPr wrap="square" rtlCol="0">
              <a:spAutoFit/>
            </a:bodyPr>
            <a:lstStyle/>
            <a:p>
              <a:pPr marR="0" lvl="0" indent="0" defTabSz="457200" rtl="0" fontAlgn="auto">
                <a:lnSpc>
                  <a:spcPct val="100000"/>
                </a:lnSpc>
                <a:spcBef>
                  <a:spcPts val="0"/>
                </a:spcBef>
                <a:spcAft>
                  <a:spcPts val="0"/>
                </a:spcAft>
                <a:buClrTx/>
                <a:buSzTx/>
                <a:buFontTx/>
                <a:buNone/>
                <a:defRPr/>
              </a:pPr>
              <a:r>
                <a:rPr kumimoji="1" lang="en-US" altLang="zh-CN" sz="2800" b="1" i="0" u="none" strike="noStrike" kern="1200" cap="none" spc="0" normalizeH="0" baseline="0" noProof="0" dirty="0">
                  <a:ln>
                    <a:noFill/>
                  </a:ln>
                  <a:solidFill>
                    <a:srgbClr val="0A238C"/>
                  </a:solidFill>
                  <a:effectLst/>
                  <a:uLnTx/>
                  <a:uFillTx/>
                  <a:latin typeface="微软雅黑" panose="020B0503020204020204" pitchFamily="34" charset="-122"/>
                  <a:ea typeface="微软雅黑" panose="020B0503020204020204" pitchFamily="34" charset="-122"/>
                  <a:cs typeface="+mn-cs"/>
                </a:rPr>
                <a:t>02 </a:t>
              </a:r>
              <a:r>
                <a:rPr kumimoji="1" lang="zh-CN" altLang="en-US" sz="2800" b="1" dirty="0">
                  <a:solidFill>
                    <a:srgbClr val="0A238C"/>
                  </a:solidFill>
                  <a:latin typeface="微软雅黑" panose="020B0503020204020204" pitchFamily="34" charset="-122"/>
                  <a:ea typeface="微软雅黑" panose="020B0503020204020204" pitchFamily="34" charset="-122"/>
                </a:rPr>
                <a:t>主要工作</a:t>
              </a:r>
              <a:endParaRPr kumimoji="1" lang="zh-CN" altLang="en-US" sz="2800" b="1" i="0" u="none" strike="noStrike" kern="1200" cap="none" spc="0" normalizeH="0" baseline="0" noProof="0" dirty="0">
                <a:ln>
                  <a:noFill/>
                </a:ln>
                <a:solidFill>
                  <a:srgbClr val="0A238C"/>
                </a:solidFill>
                <a:effectLst/>
                <a:uLnTx/>
                <a:uFillTx/>
                <a:latin typeface="微软雅黑" panose="020B0503020204020204" pitchFamily="34" charset="-122"/>
                <a:ea typeface="微软雅黑" panose="020B0503020204020204" pitchFamily="34" charset="-122"/>
                <a:cs typeface="+mn-cs"/>
              </a:endParaRPr>
            </a:p>
          </p:txBody>
        </p:sp>
        <p:grpSp>
          <p:nvGrpSpPr>
            <p:cNvPr id="10" name="组合 9"/>
            <p:cNvGrpSpPr/>
            <p:nvPr/>
          </p:nvGrpSpPr>
          <p:grpSpPr>
            <a:xfrm>
              <a:off x="104893" y="212094"/>
              <a:ext cx="616631" cy="616631"/>
              <a:chOff x="104893" y="212094"/>
              <a:chExt cx="616631" cy="616631"/>
            </a:xfrm>
          </p:grpSpPr>
          <p:sp>
            <p:nvSpPr>
              <p:cNvPr id="12" name="椭圆 11"/>
              <p:cNvSpPr/>
              <p:nvPr>
                <p:custDataLst>
                  <p:tags r:id="rId4"/>
                </p:custDataLst>
              </p:nvPr>
            </p:nvSpPr>
            <p:spPr>
              <a:xfrm>
                <a:off x="104893" y="212094"/>
                <a:ext cx="616631" cy="616631"/>
              </a:xfrm>
              <a:prstGeom prst="ellipse">
                <a:avLst/>
              </a:prstGeom>
              <a:solidFill>
                <a:srgbClr val="0A23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pic>
            <p:nvPicPr>
              <p:cNvPr id="27" name="图形 26"/>
              <p:cNvPicPr>
                <a:picLocks noChangeAspect="1"/>
              </p:cNvPicPr>
              <p:nvPr>
                <p:custDataLst>
                  <p:tags r:id="rId5"/>
                </p:custDataLst>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7639" y="296991"/>
                <a:ext cx="480163" cy="480163"/>
              </a:xfrm>
              <a:prstGeom prst="rect">
                <a:avLst/>
              </a:prstGeom>
            </p:spPr>
          </p:pic>
        </p:grpSp>
        <p:grpSp>
          <p:nvGrpSpPr>
            <p:cNvPr id="17" name="组合 16"/>
            <p:cNvGrpSpPr/>
            <p:nvPr/>
          </p:nvGrpSpPr>
          <p:grpSpPr>
            <a:xfrm>
              <a:off x="0" y="725368"/>
              <a:ext cx="4367719" cy="114300"/>
              <a:chOff x="0" y="998538"/>
              <a:chExt cx="4367719" cy="114300"/>
            </a:xfrm>
          </p:grpSpPr>
          <p:sp>
            <p:nvSpPr>
              <p:cNvPr id="21" name="矩形 20"/>
              <p:cNvSpPr/>
              <p:nvPr>
                <p:custDataLst>
                  <p:tags r:id="rId2"/>
                </p:custDataLst>
              </p:nvPr>
            </p:nvSpPr>
            <p:spPr>
              <a:xfrm>
                <a:off x="0" y="998538"/>
                <a:ext cx="800100" cy="114300"/>
              </a:xfrm>
              <a:prstGeom prst="rect">
                <a:avLst/>
              </a:prstGeom>
              <a:solidFill>
                <a:srgbClr val="0A238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cxnSp>
            <p:nvCxnSpPr>
              <p:cNvPr id="28" name="直接连接符 27"/>
              <p:cNvCxnSpPr/>
              <p:nvPr>
                <p:custDataLst>
                  <p:tags r:id="rId3"/>
                </p:custDataLst>
              </p:nvPr>
            </p:nvCxnSpPr>
            <p:spPr>
              <a:xfrm>
                <a:off x="911468" y="1084263"/>
                <a:ext cx="3456251" cy="0"/>
              </a:xfrm>
              <a:prstGeom prst="line">
                <a:avLst/>
              </a:prstGeom>
              <a:ln>
                <a:solidFill>
                  <a:srgbClr val="0A238C"/>
                </a:solidFill>
              </a:ln>
            </p:spPr>
            <p:style>
              <a:lnRef idx="1">
                <a:schemeClr val="accent1"/>
              </a:lnRef>
              <a:fillRef idx="0">
                <a:schemeClr val="accent1"/>
              </a:fillRef>
              <a:effectRef idx="0">
                <a:schemeClr val="accent1"/>
              </a:effectRef>
              <a:fontRef idx="minor">
                <a:schemeClr val="tx1"/>
              </a:fontRef>
            </p:style>
          </p:cxnSp>
        </p:grpSp>
      </p:grpSp>
      <p:sp>
        <p:nvSpPr>
          <p:cNvPr id="4" name="Rectangle 2"/>
          <p:cNvSpPr>
            <a:spLocks noChangeArrowheads="1"/>
          </p:cNvSpPr>
          <p:nvPr/>
        </p:nvSpPr>
        <p:spPr bwMode="auto">
          <a:xfrm>
            <a:off x="-5326926" y="678769"/>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文本框 5"/>
          <p:cNvSpPr txBox="1"/>
          <p:nvPr/>
        </p:nvSpPr>
        <p:spPr>
          <a:xfrm>
            <a:off x="7221220" y="751205"/>
            <a:ext cx="4064000" cy="368300"/>
          </a:xfrm>
          <a:prstGeom prst="rect">
            <a:avLst/>
          </a:prstGeom>
          <a:noFill/>
        </p:spPr>
        <p:txBody>
          <a:bodyPr wrap="square" rtlCol="0">
            <a:spAutoFit/>
          </a:bodyPr>
          <a:lstStyle/>
          <a:p>
            <a:endParaRPr lang="zh-CN" altLang="en-US"/>
          </a:p>
        </p:txBody>
      </p:sp>
      <p:sp>
        <p:nvSpPr>
          <p:cNvPr id="7" name="文本框 6"/>
          <p:cNvSpPr txBox="1"/>
          <p:nvPr/>
        </p:nvSpPr>
        <p:spPr>
          <a:xfrm>
            <a:off x="443144" y="827211"/>
            <a:ext cx="8684444" cy="6093976"/>
          </a:xfrm>
          <a:prstGeom prst="rect">
            <a:avLst/>
          </a:prstGeom>
          <a:noFill/>
        </p:spPr>
        <p:txBody>
          <a:bodyPr wrap="square" rtlCol="0">
            <a:spAutoFit/>
          </a:bodyPr>
          <a:lstStyle/>
          <a:p>
            <a:pPr>
              <a:lnSpc>
                <a:spcPct val="200000"/>
              </a:lnSpc>
              <a:defRPr/>
            </a:pPr>
            <a:r>
              <a:rPr lang="zh-CN" altLang="en-US" sz="2200" dirty="0">
                <a:solidFill>
                  <a:srgbClr val="1F497D">
                    <a:lumMod val="60000"/>
                    <a:lumOff val="40000"/>
                  </a:srgbClr>
                </a:solidFill>
                <a:effectLst>
                  <a:outerShdw blurRad="38100" dist="19050" dir="2700000" algn="tl" rotWithShape="0">
                    <a:prstClr val="black">
                      <a:alpha val="40000"/>
                      <a:alpha val="40000"/>
                    </a:prstClr>
                  </a:outerShdw>
                </a:effectLst>
                <a:latin typeface="黑体" panose="02010600030101010101" charset="-122"/>
                <a:ea typeface="黑体" panose="02010600030101010101" charset="-122"/>
              </a:rPr>
              <a:t>数据采集</a:t>
            </a:r>
          </a:p>
          <a:p>
            <a:pPr indent="457200">
              <a:spcBef>
                <a:spcPts val="900"/>
              </a:spcBef>
            </a:pPr>
            <a:r>
              <a:rPr lang="en-US" altLang="zh-CN" sz="2200" dirty="0">
                <a:latin typeface="黑体" panose="02010600030101010101" charset="-122"/>
                <a:ea typeface="黑体" panose="02010600030101010101" charset="-122"/>
                <a:sym typeface="+mn-ea"/>
              </a:rPr>
              <a:t>·</a:t>
            </a:r>
            <a:r>
              <a:rPr lang="zh-CN" altLang="en-US" sz="2200" dirty="0">
                <a:latin typeface="黑体" panose="02010600030101010101" charset="-122"/>
                <a:ea typeface="黑体" panose="02010600030101010101" charset="-122"/>
                <a:sym typeface="+mn-ea"/>
              </a:rPr>
              <a:t>收集和整理具有代表性的水下图像数据集。</a:t>
            </a:r>
            <a:endParaRPr lang="zh-CN" altLang="en-US" sz="2200" dirty="0">
              <a:latin typeface="黑体" panose="02010600030101010101" charset="-122"/>
              <a:ea typeface="黑体" panose="02010600030101010101" charset="-122"/>
            </a:endParaRPr>
          </a:p>
          <a:p>
            <a:pPr indent="457200">
              <a:spcBef>
                <a:spcPts val="900"/>
              </a:spcBef>
            </a:pPr>
            <a:r>
              <a:rPr lang="en-US" altLang="zh-CN" sz="2200" dirty="0">
                <a:latin typeface="黑体" panose="02010600030101010101" charset="-122"/>
                <a:ea typeface="黑体" panose="02010600030101010101" charset="-122"/>
                <a:sym typeface="+mn-ea"/>
              </a:rPr>
              <a:t>·</a:t>
            </a:r>
            <a:r>
              <a:rPr lang="zh-CN" altLang="en-US" sz="2200" dirty="0">
                <a:latin typeface="黑体" panose="02010600030101010101" charset="-122"/>
                <a:ea typeface="黑体" panose="02010600030101010101" charset="-122"/>
                <a:sym typeface="+mn-ea"/>
              </a:rPr>
              <a:t>对图像进行标注，涵盖目标种类、大小、姿态等多样性。</a:t>
            </a:r>
          </a:p>
          <a:p>
            <a:pPr algn="l">
              <a:lnSpc>
                <a:spcPct val="200000"/>
              </a:lnSpc>
              <a:spcBef>
                <a:spcPts val="900"/>
              </a:spcBef>
              <a:buClrTx/>
              <a:buSzTx/>
              <a:buFontTx/>
              <a:defRPr/>
            </a:pPr>
            <a:r>
              <a:rPr lang="zh-CN" altLang="en-US" sz="2200" dirty="0">
                <a:solidFill>
                  <a:srgbClr val="1F497D">
                    <a:lumMod val="60000"/>
                    <a:lumOff val="40000"/>
                  </a:srgbClr>
                </a:solidFill>
                <a:effectLst>
                  <a:outerShdw blurRad="38100" dist="19050" dir="2700000" algn="tl" rotWithShape="0">
                    <a:prstClr val="black">
                      <a:alpha val="40000"/>
                      <a:alpha val="40000"/>
                    </a:prstClr>
                  </a:outerShdw>
                </a:effectLst>
                <a:latin typeface="黑体" panose="02010600030101010101" charset="-122"/>
                <a:ea typeface="黑体" panose="02010600030101010101" charset="-122"/>
              </a:rPr>
              <a:t>模型开发</a:t>
            </a:r>
          </a:p>
          <a:p>
            <a:pPr indent="457200">
              <a:spcBef>
                <a:spcPts val="900"/>
              </a:spcBef>
            </a:pPr>
            <a:r>
              <a:rPr lang="en-US" altLang="zh-CN" sz="2200" b="1" dirty="0">
                <a:latin typeface="黑体" panose="02010600030101010101" charset="-122"/>
                <a:ea typeface="黑体" panose="02010600030101010101" charset="-122"/>
              </a:rPr>
              <a:t>·</a:t>
            </a:r>
            <a:r>
              <a:rPr lang="zh-CN" altLang="en-US" sz="2200" b="1" dirty="0">
                <a:latin typeface="黑体" panose="02010600030101010101" charset="-122"/>
                <a:ea typeface="黑体" panose="02010600030101010101" charset="-122"/>
              </a:rPr>
              <a:t>模块化改进设计</a:t>
            </a:r>
            <a:r>
              <a:rPr lang="zh-CN" altLang="en-US" sz="2200" dirty="0">
                <a:latin typeface="黑体" panose="02010600030101010101" charset="-122"/>
                <a:ea typeface="黑体" panose="02010600030101010101" charset="-122"/>
              </a:rPr>
              <a:t>：将细粒度特征提取模块、局部特征提取模块和多尺度交叉注意力模块替换</a:t>
            </a:r>
            <a:r>
              <a:rPr lang="en-US" altLang="zh-CN" sz="2200" dirty="0">
                <a:latin typeface="黑体" panose="02010600030101010101" charset="-122"/>
                <a:ea typeface="黑体" panose="02010600030101010101" charset="-122"/>
              </a:rPr>
              <a:t>YOLOv8</a:t>
            </a:r>
            <a:r>
              <a:rPr lang="zh-CN" altLang="en-US" sz="2200" dirty="0">
                <a:latin typeface="黑体" panose="02010600030101010101" charset="-122"/>
                <a:ea typeface="黑体" panose="02010600030101010101" charset="-122"/>
              </a:rPr>
              <a:t>架构中的</a:t>
            </a:r>
            <a:r>
              <a:rPr lang="en-US" altLang="zh-CN" sz="2200" dirty="0">
                <a:latin typeface="黑体" panose="02010600030101010101" charset="-122"/>
                <a:ea typeface="黑体" panose="02010600030101010101" charset="-122"/>
              </a:rPr>
              <a:t>C2f</a:t>
            </a:r>
            <a:r>
              <a:rPr lang="zh-CN" altLang="en-US" sz="2200" dirty="0">
                <a:latin typeface="黑体" panose="02010600030101010101" charset="-122"/>
                <a:ea typeface="黑体" panose="02010600030101010101" charset="-122"/>
              </a:rPr>
              <a:t>模块，优化系统在细粒度检测方面的表现。</a:t>
            </a:r>
          </a:p>
          <a:p>
            <a:pPr indent="457200">
              <a:spcBef>
                <a:spcPts val="900"/>
              </a:spcBef>
            </a:pPr>
            <a:r>
              <a:rPr lang="en-US" altLang="zh-CN" sz="2200" b="1" dirty="0">
                <a:latin typeface="黑体" panose="02010600030101010101" charset="-122"/>
                <a:ea typeface="黑体" panose="02010600030101010101" charset="-122"/>
              </a:rPr>
              <a:t>·</a:t>
            </a:r>
            <a:r>
              <a:rPr lang="zh-CN" altLang="en-US" sz="2200" b="1" dirty="0">
                <a:latin typeface="黑体" panose="02010600030101010101" charset="-122"/>
                <a:ea typeface="黑体" panose="02010600030101010101" charset="-122"/>
              </a:rPr>
              <a:t>多任务损失函数</a:t>
            </a:r>
            <a:r>
              <a:rPr lang="zh-CN" altLang="en-US" sz="2200" dirty="0">
                <a:latin typeface="黑体" panose="02010600030101010101" charset="-122"/>
                <a:ea typeface="黑体" panose="02010600030101010101" charset="-122"/>
              </a:rPr>
              <a:t>：采用多任务损失函数来训练模型，确保在复杂多变的水下环境中具有高精度和鲁棒性。</a:t>
            </a:r>
            <a:endParaRPr lang="en-US" altLang="zh-CN" sz="2200" dirty="0">
              <a:latin typeface="黑体" panose="02010600030101010101" charset="-122"/>
              <a:ea typeface="黑体" panose="02010600030101010101" charset="-122"/>
            </a:endParaRPr>
          </a:p>
          <a:p>
            <a:pPr algn="l">
              <a:lnSpc>
                <a:spcPct val="200000"/>
              </a:lnSpc>
              <a:spcBef>
                <a:spcPts val="900"/>
              </a:spcBef>
              <a:buClrTx/>
              <a:buSzTx/>
              <a:buFontTx/>
              <a:buNone/>
              <a:defRPr/>
            </a:pPr>
            <a:r>
              <a:rPr lang="zh-CN" altLang="en-US" sz="2200" dirty="0">
                <a:solidFill>
                  <a:srgbClr val="1F497D">
                    <a:lumMod val="60000"/>
                    <a:lumOff val="40000"/>
                  </a:srgbClr>
                </a:solidFill>
                <a:effectLst>
                  <a:outerShdw blurRad="38100" dist="19050" dir="2700000" algn="tl" rotWithShape="0">
                    <a:prstClr val="black">
                      <a:alpha val="40000"/>
                      <a:alpha val="40000"/>
                    </a:prstClr>
                  </a:outerShdw>
                </a:effectLst>
                <a:latin typeface="黑体" panose="02010600030101010101" charset="-122"/>
                <a:ea typeface="黑体" panose="02010600030101010101" charset="-122"/>
              </a:rPr>
              <a:t>平台开发</a:t>
            </a:r>
          </a:p>
          <a:p>
            <a:pPr indent="457200" algn="l">
              <a:lnSpc>
                <a:spcPct val="100000"/>
              </a:lnSpc>
              <a:spcBef>
                <a:spcPts val="900"/>
              </a:spcBef>
              <a:buClrTx/>
              <a:buSzTx/>
              <a:buFontTx/>
              <a:buNone/>
            </a:pPr>
            <a:r>
              <a:rPr lang="en-US" altLang="zh-CN" sz="2200" dirty="0">
                <a:latin typeface="黑体" panose="02010600030101010101" charset="-122"/>
                <a:ea typeface="黑体" panose="02010600030101010101" charset="-122"/>
              </a:rPr>
              <a:t>·</a:t>
            </a:r>
            <a:r>
              <a:rPr lang="en-US" altLang="zh-CN" sz="2200" dirty="0" err="1">
                <a:latin typeface="黑体" panose="02010600030101010101" charset="-122"/>
                <a:ea typeface="黑体" panose="02010600030101010101" charset="-122"/>
              </a:rPr>
              <a:t>完成应用部署（flask+html</a:t>
            </a:r>
            <a:r>
              <a:rPr lang="en-US" altLang="zh-CN" sz="2200" dirty="0">
                <a:latin typeface="黑体" panose="02010600030101010101" charset="-122"/>
                <a:ea typeface="黑体" panose="02010600030101010101" charset="-122"/>
              </a:rPr>
              <a:t>）。</a:t>
            </a:r>
          </a:p>
          <a:p>
            <a:pPr indent="457200" algn="l">
              <a:lnSpc>
                <a:spcPct val="100000"/>
              </a:lnSpc>
              <a:spcBef>
                <a:spcPts val="900"/>
              </a:spcBef>
              <a:buClrTx/>
              <a:buSzTx/>
              <a:buFontTx/>
              <a:buNone/>
            </a:pPr>
            <a:r>
              <a:rPr lang="en-US" altLang="zh-CN" sz="2200" dirty="0">
                <a:latin typeface="黑体" panose="02010600030101010101" charset="-122"/>
                <a:ea typeface="黑体" panose="02010600030101010101" charset="-122"/>
              </a:rPr>
              <a:t>·</a:t>
            </a:r>
            <a:r>
              <a:rPr lang="zh-CN" altLang="en-US" sz="2200" dirty="0">
                <a:latin typeface="黑体" panose="02010600030101010101" charset="-122"/>
                <a:ea typeface="黑体" panose="02010600030101010101" charset="-122"/>
              </a:rPr>
              <a:t>实现实时监测</a:t>
            </a:r>
            <a:r>
              <a:rPr lang="en-US" altLang="zh-CN" sz="2200" dirty="0">
                <a:latin typeface="黑体" panose="02010600030101010101" charset="-122"/>
                <a:ea typeface="黑体" panose="02010600030101010101" charset="-122"/>
              </a:rPr>
              <a:t>、</a:t>
            </a:r>
            <a:r>
              <a:rPr lang="zh-CN" altLang="en-US" sz="2200" dirty="0">
                <a:latin typeface="黑体" panose="02010600030101010101" charset="-122"/>
                <a:ea typeface="黑体" panose="02010600030101010101" charset="-122"/>
              </a:rPr>
              <a:t>本地视频检测</a:t>
            </a:r>
            <a:r>
              <a:rPr lang="en-US" altLang="zh-CN" sz="2200" dirty="0">
                <a:latin typeface="黑体" panose="02010600030101010101" charset="-122"/>
                <a:ea typeface="黑体" panose="02010600030101010101" charset="-122"/>
              </a:rPr>
              <a:t>、</a:t>
            </a:r>
            <a:r>
              <a:rPr lang="zh-CN" altLang="en-US" sz="2200" dirty="0">
                <a:latin typeface="黑体" panose="02010600030101010101" charset="-122"/>
                <a:ea typeface="黑体" panose="02010600030101010101" charset="-122"/>
              </a:rPr>
              <a:t>图片检测。</a:t>
            </a:r>
            <a:endParaRPr lang="en-US" altLang="zh-CN" sz="2200" dirty="0">
              <a:latin typeface="黑体" panose="02010600030101010101" charset="-122"/>
              <a:ea typeface="黑体" panose="02010600030101010101" charset="-122"/>
            </a:endParaRPr>
          </a:p>
        </p:txBody>
      </p:sp>
      <p:pic>
        <p:nvPicPr>
          <p:cNvPr id="8" name="图片 7" descr="图示&#10;&#10;AI 生成的内容可能不正确。"/>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rot="5400000">
            <a:off x="8254097" y="2397494"/>
            <a:ext cx="4811394" cy="3064412"/>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1" y="1"/>
            <a:ext cx="12192000" cy="6858000"/>
          </a:xfrm>
          <a:prstGeom prst="rect">
            <a:avLst/>
          </a:prstGeom>
          <a:solidFill>
            <a:schemeClr val="accent1">
              <a:lumMod val="20000"/>
              <a:lumOff val="80000"/>
              <a:alpha val="60000"/>
            </a:schemeClr>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3" name="标题 1"/>
          <p:cNvSpPr txBox="1"/>
          <p:nvPr/>
        </p:nvSpPr>
        <p:spPr>
          <a:xfrm>
            <a:off x="564573" y="304025"/>
            <a:ext cx="11062855" cy="6249950"/>
          </a:xfrm>
          <a:prstGeom prst="roundRect">
            <a:avLst>
              <a:gd name="adj" fmla="val 0"/>
            </a:avLst>
          </a:prstGeom>
          <a:noFill/>
          <a:ln w="12700" cap="sq">
            <a:solidFill>
              <a:schemeClr val="accent1">
                <a:alpha val="100000"/>
              </a:schemeClr>
            </a:solidFill>
            <a:prstDash val="dash"/>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4" name="标题 1"/>
          <p:cNvSpPr txBox="1"/>
          <p:nvPr/>
        </p:nvSpPr>
        <p:spPr>
          <a:xfrm>
            <a:off x="962890" y="568166"/>
            <a:ext cx="10266220" cy="5721668"/>
          </a:xfrm>
          <a:prstGeom prst="roundRect">
            <a:avLst>
              <a:gd name="adj" fmla="val 0"/>
            </a:avLst>
          </a:prstGeom>
          <a:solidFill>
            <a:schemeClr val="accent1"/>
          </a:solidFill>
          <a:ln w="12700" cap="flat">
            <a:solidFill>
              <a:schemeClr val="accent1">
                <a:shade val="15000"/>
              </a:schemeClr>
            </a:solid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5" name="标题 1"/>
          <p:cNvSpPr txBox="1"/>
          <p:nvPr/>
        </p:nvSpPr>
        <p:spPr>
          <a:xfrm>
            <a:off x="1324331" y="985765"/>
            <a:ext cx="9543338" cy="4894635"/>
          </a:xfrm>
          <a:prstGeom prst="roundRect">
            <a:avLst>
              <a:gd name="adj" fmla="val 0"/>
            </a:avLst>
          </a:prstGeom>
          <a:solidFill>
            <a:schemeClr val="accent1">
              <a:lumMod val="20000"/>
              <a:lumOff val="80000"/>
            </a:schemeClr>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6" name="标题 1"/>
          <p:cNvSpPr txBox="1"/>
          <p:nvPr/>
        </p:nvSpPr>
        <p:spPr>
          <a:xfrm>
            <a:off x="1324332" y="1010851"/>
            <a:ext cx="9543336" cy="4869550"/>
          </a:xfrm>
          <a:custGeom>
            <a:avLst/>
            <a:gdLst>
              <a:gd name="connsiteX0" fmla="*/ 7726441 w 9543336"/>
              <a:gd name="connsiteY0" fmla="*/ 3650120 h 4869550"/>
              <a:gd name="connsiteX1" fmla="*/ 8332073 w 9543336"/>
              <a:gd name="connsiteY1" fmla="*/ 4255752 h 4869550"/>
              <a:gd name="connsiteX2" fmla="*/ 8937704 w 9543336"/>
              <a:gd name="connsiteY2" fmla="*/ 3650120 h 4869550"/>
              <a:gd name="connsiteX3" fmla="*/ 9543336 w 9543336"/>
              <a:gd name="connsiteY3" fmla="*/ 4255752 h 4869550"/>
              <a:gd name="connsiteX4" fmla="*/ 8937704 w 9543336"/>
              <a:gd name="connsiteY4" fmla="*/ 4861384 h 4869550"/>
              <a:gd name="connsiteX5" fmla="*/ 8332073 w 9543336"/>
              <a:gd name="connsiteY5" fmla="*/ 4255753 h 4869550"/>
              <a:gd name="connsiteX6" fmla="*/ 7726441 w 9543336"/>
              <a:gd name="connsiteY6" fmla="*/ 4861384 h 4869550"/>
              <a:gd name="connsiteX7" fmla="*/ 7146632 w 9543336"/>
              <a:gd name="connsiteY7" fmla="*/ 4281575 h 4869550"/>
              <a:gd name="connsiteX8" fmla="*/ 6564100 w 9543336"/>
              <a:gd name="connsiteY8" fmla="*/ 4864106 h 4869550"/>
              <a:gd name="connsiteX9" fmla="*/ 5958468 w 9543336"/>
              <a:gd name="connsiteY9" fmla="*/ 4258475 h 4869550"/>
              <a:gd name="connsiteX10" fmla="*/ 5352837 w 9543336"/>
              <a:gd name="connsiteY10" fmla="*/ 4864106 h 4869550"/>
              <a:gd name="connsiteX11" fmla="*/ 4773027 w 9543336"/>
              <a:gd name="connsiteY11" fmla="*/ 4284297 h 4869550"/>
              <a:gd name="connsiteX12" fmla="*/ 4190496 w 9543336"/>
              <a:gd name="connsiteY12" fmla="*/ 4866828 h 4869550"/>
              <a:gd name="connsiteX13" fmla="*/ 3584864 w 9543336"/>
              <a:gd name="connsiteY13" fmla="*/ 4261197 h 4869550"/>
              <a:gd name="connsiteX14" fmla="*/ 2979233 w 9543336"/>
              <a:gd name="connsiteY14" fmla="*/ 4866828 h 4869550"/>
              <a:gd name="connsiteX15" fmla="*/ 2399428 w 9543336"/>
              <a:gd name="connsiteY15" fmla="*/ 4287019 h 4869550"/>
              <a:gd name="connsiteX16" fmla="*/ 1816896 w 9543336"/>
              <a:gd name="connsiteY16" fmla="*/ 4869550 h 4869550"/>
              <a:gd name="connsiteX17" fmla="*/ 1211266 w 9543336"/>
              <a:gd name="connsiteY17" fmla="*/ 4263919 h 4869550"/>
              <a:gd name="connsiteX18" fmla="*/ 605633 w 9543336"/>
              <a:gd name="connsiteY18" fmla="*/ 4869550 h 4869550"/>
              <a:gd name="connsiteX19" fmla="*/ 0 w 9543336"/>
              <a:gd name="connsiteY19" fmla="*/ 4263918 h 4869550"/>
              <a:gd name="connsiteX20" fmla="*/ 605633 w 9543336"/>
              <a:gd name="connsiteY20" fmla="*/ 3658286 h 4869550"/>
              <a:gd name="connsiteX21" fmla="*/ 1211266 w 9543336"/>
              <a:gd name="connsiteY21" fmla="*/ 4263918 h 4869550"/>
              <a:gd name="connsiteX22" fmla="*/ 1816896 w 9543336"/>
              <a:gd name="connsiteY22" fmla="*/ 3658286 h 4869550"/>
              <a:gd name="connsiteX23" fmla="*/ 2396706 w 9543336"/>
              <a:gd name="connsiteY23" fmla="*/ 4238096 h 4869550"/>
              <a:gd name="connsiteX24" fmla="*/ 2979233 w 9543336"/>
              <a:gd name="connsiteY24" fmla="*/ 3655564 h 4869550"/>
              <a:gd name="connsiteX25" fmla="*/ 3584864 w 9543336"/>
              <a:gd name="connsiteY25" fmla="*/ 4261196 h 4869550"/>
              <a:gd name="connsiteX26" fmla="*/ 4190496 w 9543336"/>
              <a:gd name="connsiteY26" fmla="*/ 3655564 h 4869550"/>
              <a:gd name="connsiteX27" fmla="*/ 4770305 w 9543336"/>
              <a:gd name="connsiteY27" fmla="*/ 4235374 h 4869550"/>
              <a:gd name="connsiteX28" fmla="*/ 5352837 w 9543336"/>
              <a:gd name="connsiteY28" fmla="*/ 3652842 h 4869550"/>
              <a:gd name="connsiteX29" fmla="*/ 5958468 w 9543336"/>
              <a:gd name="connsiteY29" fmla="*/ 4258474 h 4869550"/>
              <a:gd name="connsiteX30" fmla="*/ 6564100 w 9543336"/>
              <a:gd name="connsiteY30" fmla="*/ 3652842 h 4869550"/>
              <a:gd name="connsiteX31" fmla="*/ 7143910 w 9543336"/>
              <a:gd name="connsiteY31" fmla="*/ 4232652 h 4869550"/>
              <a:gd name="connsiteX32" fmla="*/ 7726441 w 9543336"/>
              <a:gd name="connsiteY32" fmla="*/ 2433413 h 4869550"/>
              <a:gd name="connsiteX33" fmla="*/ 8332073 w 9543336"/>
              <a:gd name="connsiteY33" fmla="*/ 3039044 h 4869550"/>
              <a:gd name="connsiteX34" fmla="*/ 8937704 w 9543336"/>
              <a:gd name="connsiteY34" fmla="*/ 2433413 h 4869550"/>
              <a:gd name="connsiteX35" fmla="*/ 9543336 w 9543336"/>
              <a:gd name="connsiteY35" fmla="*/ 3039045 h 4869550"/>
              <a:gd name="connsiteX36" fmla="*/ 8937704 w 9543336"/>
              <a:gd name="connsiteY36" fmla="*/ 3644677 h 4869550"/>
              <a:gd name="connsiteX37" fmla="*/ 8332073 w 9543336"/>
              <a:gd name="connsiteY37" fmla="*/ 3039045 h 4869550"/>
              <a:gd name="connsiteX38" fmla="*/ 7726441 w 9543336"/>
              <a:gd name="connsiteY38" fmla="*/ 3644677 h 4869550"/>
              <a:gd name="connsiteX39" fmla="*/ 7146631 w 9543336"/>
              <a:gd name="connsiteY39" fmla="*/ 3064867 h 4869550"/>
              <a:gd name="connsiteX40" fmla="*/ 6564100 w 9543336"/>
              <a:gd name="connsiteY40" fmla="*/ 3647399 h 4869550"/>
              <a:gd name="connsiteX41" fmla="*/ 5958468 w 9543336"/>
              <a:gd name="connsiteY41" fmla="*/ 3041767 h 4869550"/>
              <a:gd name="connsiteX42" fmla="*/ 5352837 w 9543336"/>
              <a:gd name="connsiteY42" fmla="*/ 3647399 h 4869550"/>
              <a:gd name="connsiteX43" fmla="*/ 4773027 w 9543336"/>
              <a:gd name="connsiteY43" fmla="*/ 3067589 h 4869550"/>
              <a:gd name="connsiteX44" fmla="*/ 4190496 w 9543336"/>
              <a:gd name="connsiteY44" fmla="*/ 3650121 h 4869550"/>
              <a:gd name="connsiteX45" fmla="*/ 3584864 w 9543336"/>
              <a:gd name="connsiteY45" fmla="*/ 3044489 h 4869550"/>
              <a:gd name="connsiteX46" fmla="*/ 2979233 w 9543336"/>
              <a:gd name="connsiteY46" fmla="*/ 3650121 h 4869550"/>
              <a:gd name="connsiteX47" fmla="*/ 2399427 w 9543336"/>
              <a:gd name="connsiteY47" fmla="*/ 3070311 h 4869550"/>
              <a:gd name="connsiteX48" fmla="*/ 1816896 w 9543336"/>
              <a:gd name="connsiteY48" fmla="*/ 3652843 h 4869550"/>
              <a:gd name="connsiteX49" fmla="*/ 1211265 w 9543336"/>
              <a:gd name="connsiteY49" fmla="*/ 3047212 h 4869550"/>
              <a:gd name="connsiteX50" fmla="*/ 605632 w 9543336"/>
              <a:gd name="connsiteY50" fmla="*/ 3652843 h 4869550"/>
              <a:gd name="connsiteX51" fmla="*/ 0 w 9543336"/>
              <a:gd name="connsiteY51" fmla="*/ 3047211 h 4869550"/>
              <a:gd name="connsiteX52" fmla="*/ 605632 w 9543336"/>
              <a:gd name="connsiteY52" fmla="*/ 2441579 h 4869550"/>
              <a:gd name="connsiteX53" fmla="*/ 1211265 w 9543336"/>
              <a:gd name="connsiteY53" fmla="*/ 3047210 h 4869550"/>
              <a:gd name="connsiteX54" fmla="*/ 1816896 w 9543336"/>
              <a:gd name="connsiteY54" fmla="*/ 2441579 h 4869550"/>
              <a:gd name="connsiteX55" fmla="*/ 2396704 w 9543336"/>
              <a:gd name="connsiteY55" fmla="*/ 3021388 h 4869550"/>
              <a:gd name="connsiteX56" fmla="*/ 2979233 w 9543336"/>
              <a:gd name="connsiteY56" fmla="*/ 2438857 h 4869550"/>
              <a:gd name="connsiteX57" fmla="*/ 3584864 w 9543336"/>
              <a:gd name="connsiteY57" fmla="*/ 3044488 h 4869550"/>
              <a:gd name="connsiteX58" fmla="*/ 4190496 w 9543336"/>
              <a:gd name="connsiteY58" fmla="*/ 2438857 h 4869550"/>
              <a:gd name="connsiteX59" fmla="*/ 4770305 w 9543336"/>
              <a:gd name="connsiteY59" fmla="*/ 3018666 h 4869550"/>
              <a:gd name="connsiteX60" fmla="*/ 5352837 w 9543336"/>
              <a:gd name="connsiteY60" fmla="*/ 2436135 h 4869550"/>
              <a:gd name="connsiteX61" fmla="*/ 5958468 w 9543336"/>
              <a:gd name="connsiteY61" fmla="*/ 3041766 h 4869550"/>
              <a:gd name="connsiteX62" fmla="*/ 6564100 w 9543336"/>
              <a:gd name="connsiteY62" fmla="*/ 2436135 h 4869550"/>
              <a:gd name="connsiteX63" fmla="*/ 7143910 w 9543336"/>
              <a:gd name="connsiteY63" fmla="*/ 3015944 h 4869550"/>
              <a:gd name="connsiteX64" fmla="*/ 7726441 w 9543336"/>
              <a:gd name="connsiteY64" fmla="*/ 1216706 h 4869550"/>
              <a:gd name="connsiteX65" fmla="*/ 8332073 w 9543336"/>
              <a:gd name="connsiteY65" fmla="*/ 1822337 h 4869550"/>
              <a:gd name="connsiteX66" fmla="*/ 8937704 w 9543336"/>
              <a:gd name="connsiteY66" fmla="*/ 1216706 h 4869550"/>
              <a:gd name="connsiteX67" fmla="*/ 9543336 w 9543336"/>
              <a:gd name="connsiteY67" fmla="*/ 1822338 h 4869550"/>
              <a:gd name="connsiteX68" fmla="*/ 8937704 w 9543336"/>
              <a:gd name="connsiteY68" fmla="*/ 2427970 h 4869550"/>
              <a:gd name="connsiteX69" fmla="*/ 8332073 w 9543336"/>
              <a:gd name="connsiteY69" fmla="*/ 1822338 h 4869550"/>
              <a:gd name="connsiteX70" fmla="*/ 7726441 w 9543336"/>
              <a:gd name="connsiteY70" fmla="*/ 2427970 h 4869550"/>
              <a:gd name="connsiteX71" fmla="*/ 7146631 w 9543336"/>
              <a:gd name="connsiteY71" fmla="*/ 1848160 h 4869550"/>
              <a:gd name="connsiteX72" fmla="*/ 6564100 w 9543336"/>
              <a:gd name="connsiteY72" fmla="*/ 2430692 h 4869550"/>
              <a:gd name="connsiteX73" fmla="*/ 5958468 w 9543336"/>
              <a:gd name="connsiteY73" fmla="*/ 1825060 h 4869550"/>
              <a:gd name="connsiteX74" fmla="*/ 5352837 w 9543336"/>
              <a:gd name="connsiteY74" fmla="*/ 2430692 h 4869550"/>
              <a:gd name="connsiteX75" fmla="*/ 4773027 w 9543336"/>
              <a:gd name="connsiteY75" fmla="*/ 1850882 h 4869550"/>
              <a:gd name="connsiteX76" fmla="*/ 4190496 w 9543336"/>
              <a:gd name="connsiteY76" fmla="*/ 2433414 h 4869550"/>
              <a:gd name="connsiteX77" fmla="*/ 3584864 w 9543336"/>
              <a:gd name="connsiteY77" fmla="*/ 1827782 h 4869550"/>
              <a:gd name="connsiteX78" fmla="*/ 2979233 w 9543336"/>
              <a:gd name="connsiteY78" fmla="*/ 2433414 h 4869550"/>
              <a:gd name="connsiteX79" fmla="*/ 2399427 w 9543336"/>
              <a:gd name="connsiteY79" fmla="*/ 1853605 h 4869550"/>
              <a:gd name="connsiteX80" fmla="*/ 1816896 w 9543336"/>
              <a:gd name="connsiteY80" fmla="*/ 2436136 h 4869550"/>
              <a:gd name="connsiteX81" fmla="*/ 1211265 w 9543336"/>
              <a:gd name="connsiteY81" fmla="*/ 1830505 h 4869550"/>
              <a:gd name="connsiteX82" fmla="*/ 605633 w 9543336"/>
              <a:gd name="connsiteY82" fmla="*/ 2436136 h 4869550"/>
              <a:gd name="connsiteX83" fmla="*/ 0 w 9543336"/>
              <a:gd name="connsiteY83" fmla="*/ 1830504 h 4869550"/>
              <a:gd name="connsiteX84" fmla="*/ 605633 w 9543336"/>
              <a:gd name="connsiteY84" fmla="*/ 1224872 h 4869550"/>
              <a:gd name="connsiteX85" fmla="*/ 1211265 w 9543336"/>
              <a:gd name="connsiteY85" fmla="*/ 1830503 h 4869550"/>
              <a:gd name="connsiteX86" fmla="*/ 1816896 w 9543336"/>
              <a:gd name="connsiteY86" fmla="*/ 1224872 h 4869550"/>
              <a:gd name="connsiteX87" fmla="*/ 2396704 w 9543336"/>
              <a:gd name="connsiteY87" fmla="*/ 1804681 h 4869550"/>
              <a:gd name="connsiteX88" fmla="*/ 2979233 w 9543336"/>
              <a:gd name="connsiteY88" fmla="*/ 1222150 h 4869550"/>
              <a:gd name="connsiteX89" fmla="*/ 3584864 w 9543336"/>
              <a:gd name="connsiteY89" fmla="*/ 1827781 h 4869550"/>
              <a:gd name="connsiteX90" fmla="*/ 4190496 w 9543336"/>
              <a:gd name="connsiteY90" fmla="*/ 1222150 h 4869550"/>
              <a:gd name="connsiteX91" fmla="*/ 4770305 w 9543336"/>
              <a:gd name="connsiteY91" fmla="*/ 1801960 h 4869550"/>
              <a:gd name="connsiteX92" fmla="*/ 5352837 w 9543336"/>
              <a:gd name="connsiteY92" fmla="*/ 1219428 h 4869550"/>
              <a:gd name="connsiteX93" fmla="*/ 5958468 w 9543336"/>
              <a:gd name="connsiteY93" fmla="*/ 1825059 h 4869550"/>
              <a:gd name="connsiteX94" fmla="*/ 6564100 w 9543336"/>
              <a:gd name="connsiteY94" fmla="*/ 1219428 h 4869550"/>
              <a:gd name="connsiteX95" fmla="*/ 7143909 w 9543336"/>
              <a:gd name="connsiteY95" fmla="*/ 1799237 h 4869550"/>
              <a:gd name="connsiteX96" fmla="*/ 7726441 w 9543336"/>
              <a:gd name="connsiteY96" fmla="*/ 0 h 4869550"/>
              <a:gd name="connsiteX97" fmla="*/ 8332072 w 9543336"/>
              <a:gd name="connsiteY97" fmla="*/ 605632 h 4869550"/>
              <a:gd name="connsiteX98" fmla="*/ 8937704 w 9543336"/>
              <a:gd name="connsiteY98" fmla="*/ 0 h 4869550"/>
              <a:gd name="connsiteX99" fmla="*/ 9543336 w 9543336"/>
              <a:gd name="connsiteY99" fmla="*/ 605632 h 4869550"/>
              <a:gd name="connsiteX100" fmla="*/ 8937704 w 9543336"/>
              <a:gd name="connsiteY100" fmla="*/ 1211263 h 4869550"/>
              <a:gd name="connsiteX101" fmla="*/ 8332072 w 9543336"/>
              <a:gd name="connsiteY101" fmla="*/ 605633 h 4869550"/>
              <a:gd name="connsiteX102" fmla="*/ 7726441 w 9543336"/>
              <a:gd name="connsiteY102" fmla="*/ 1211263 h 4869550"/>
              <a:gd name="connsiteX103" fmla="*/ 7146632 w 9543336"/>
              <a:gd name="connsiteY103" fmla="*/ 631455 h 4869550"/>
              <a:gd name="connsiteX104" fmla="*/ 6564100 w 9543336"/>
              <a:gd name="connsiteY104" fmla="*/ 1213985 h 4869550"/>
              <a:gd name="connsiteX105" fmla="*/ 5958468 w 9543336"/>
              <a:gd name="connsiteY105" fmla="*/ 608355 h 4869550"/>
              <a:gd name="connsiteX106" fmla="*/ 5352837 w 9543336"/>
              <a:gd name="connsiteY106" fmla="*/ 1213985 h 4869550"/>
              <a:gd name="connsiteX107" fmla="*/ 4773027 w 9543336"/>
              <a:gd name="connsiteY107" fmla="*/ 634177 h 4869550"/>
              <a:gd name="connsiteX108" fmla="*/ 4190496 w 9543336"/>
              <a:gd name="connsiteY108" fmla="*/ 1216707 h 4869550"/>
              <a:gd name="connsiteX109" fmla="*/ 3584864 w 9543336"/>
              <a:gd name="connsiteY109" fmla="*/ 611077 h 4869550"/>
              <a:gd name="connsiteX110" fmla="*/ 2979233 w 9543336"/>
              <a:gd name="connsiteY110" fmla="*/ 1216707 h 4869550"/>
              <a:gd name="connsiteX111" fmla="*/ 2399427 w 9543336"/>
              <a:gd name="connsiteY111" fmla="*/ 636900 h 4869550"/>
              <a:gd name="connsiteX112" fmla="*/ 1816896 w 9543336"/>
              <a:gd name="connsiteY112" fmla="*/ 1219429 h 4869550"/>
              <a:gd name="connsiteX113" fmla="*/ 1211265 w 9543336"/>
              <a:gd name="connsiteY113" fmla="*/ 613800 h 4869550"/>
              <a:gd name="connsiteX114" fmla="*/ 605632 w 9543336"/>
              <a:gd name="connsiteY114" fmla="*/ 1219429 h 4869550"/>
              <a:gd name="connsiteX115" fmla="*/ 0 w 9543336"/>
              <a:gd name="connsiteY115" fmla="*/ 613799 h 4869550"/>
              <a:gd name="connsiteX116" fmla="*/ 605632 w 9543336"/>
              <a:gd name="connsiteY116" fmla="*/ 8166 h 4869550"/>
              <a:gd name="connsiteX117" fmla="*/ 1211265 w 9543336"/>
              <a:gd name="connsiteY117" fmla="*/ 613798 h 4869550"/>
              <a:gd name="connsiteX118" fmla="*/ 1816896 w 9543336"/>
              <a:gd name="connsiteY118" fmla="*/ 8166 h 4869550"/>
              <a:gd name="connsiteX119" fmla="*/ 2396704 w 9543336"/>
              <a:gd name="connsiteY119" fmla="*/ 587976 h 4869550"/>
              <a:gd name="connsiteX120" fmla="*/ 2979233 w 9543336"/>
              <a:gd name="connsiteY120" fmla="*/ 5444 h 4869550"/>
              <a:gd name="connsiteX121" fmla="*/ 3584864 w 9543336"/>
              <a:gd name="connsiteY121" fmla="*/ 611076 h 4869550"/>
              <a:gd name="connsiteX122" fmla="*/ 4190496 w 9543336"/>
              <a:gd name="connsiteY122" fmla="*/ 5444 h 4869550"/>
              <a:gd name="connsiteX123" fmla="*/ 4770305 w 9543336"/>
              <a:gd name="connsiteY123" fmla="*/ 585254 h 4869550"/>
              <a:gd name="connsiteX124" fmla="*/ 5352837 w 9543336"/>
              <a:gd name="connsiteY124" fmla="*/ 2722 h 4869550"/>
              <a:gd name="connsiteX125" fmla="*/ 5958468 w 9543336"/>
              <a:gd name="connsiteY125" fmla="*/ 608354 h 4869550"/>
              <a:gd name="connsiteX126" fmla="*/ 6564100 w 9543336"/>
              <a:gd name="connsiteY126" fmla="*/ 2722 h 4869550"/>
              <a:gd name="connsiteX127" fmla="*/ 7143909 w 9543336"/>
              <a:gd name="connsiteY127" fmla="*/ 582532 h 4869550"/>
            </a:gdLst>
            <a:ahLst/>
            <a:cxnLst/>
            <a:rect l="l" t="t" r="r" b="b"/>
            <a:pathLst>
              <a:path w="9543336" h="4869550">
                <a:moveTo>
                  <a:pt x="7726441" y="3650120"/>
                </a:moveTo>
                <a:lnTo>
                  <a:pt x="8332073" y="4255752"/>
                </a:lnTo>
                <a:lnTo>
                  <a:pt x="8937704" y="3650120"/>
                </a:lnTo>
                <a:lnTo>
                  <a:pt x="9543336" y="4255752"/>
                </a:lnTo>
                <a:lnTo>
                  <a:pt x="8937704" y="4861384"/>
                </a:lnTo>
                <a:lnTo>
                  <a:pt x="8332073" y="4255753"/>
                </a:lnTo>
                <a:lnTo>
                  <a:pt x="7726441" y="4861384"/>
                </a:lnTo>
                <a:lnTo>
                  <a:pt x="7146632" y="4281575"/>
                </a:lnTo>
                <a:lnTo>
                  <a:pt x="6564100" y="4864106"/>
                </a:lnTo>
                <a:lnTo>
                  <a:pt x="5958468" y="4258475"/>
                </a:lnTo>
                <a:lnTo>
                  <a:pt x="5352837" y="4864106"/>
                </a:lnTo>
                <a:lnTo>
                  <a:pt x="4773027" y="4284297"/>
                </a:lnTo>
                <a:lnTo>
                  <a:pt x="4190496" y="4866828"/>
                </a:lnTo>
                <a:lnTo>
                  <a:pt x="3584864" y="4261197"/>
                </a:lnTo>
                <a:lnTo>
                  <a:pt x="2979233" y="4866828"/>
                </a:lnTo>
                <a:lnTo>
                  <a:pt x="2399428" y="4287019"/>
                </a:lnTo>
                <a:lnTo>
                  <a:pt x="1816896" y="4869550"/>
                </a:lnTo>
                <a:lnTo>
                  <a:pt x="1211266" y="4263919"/>
                </a:lnTo>
                <a:lnTo>
                  <a:pt x="605633" y="4869550"/>
                </a:lnTo>
                <a:lnTo>
                  <a:pt x="0" y="4263918"/>
                </a:lnTo>
                <a:lnTo>
                  <a:pt x="605633" y="3658286"/>
                </a:lnTo>
                <a:lnTo>
                  <a:pt x="1211266" y="4263918"/>
                </a:lnTo>
                <a:lnTo>
                  <a:pt x="1816896" y="3658286"/>
                </a:lnTo>
                <a:lnTo>
                  <a:pt x="2396706" y="4238096"/>
                </a:lnTo>
                <a:lnTo>
                  <a:pt x="2979233" y="3655564"/>
                </a:lnTo>
                <a:lnTo>
                  <a:pt x="3584864" y="4261196"/>
                </a:lnTo>
                <a:lnTo>
                  <a:pt x="4190496" y="3655564"/>
                </a:lnTo>
                <a:lnTo>
                  <a:pt x="4770305" y="4235374"/>
                </a:lnTo>
                <a:lnTo>
                  <a:pt x="5352837" y="3652842"/>
                </a:lnTo>
                <a:lnTo>
                  <a:pt x="5958468" y="4258474"/>
                </a:lnTo>
                <a:lnTo>
                  <a:pt x="6564100" y="3652842"/>
                </a:lnTo>
                <a:lnTo>
                  <a:pt x="7143910" y="4232652"/>
                </a:lnTo>
                <a:close/>
                <a:moveTo>
                  <a:pt x="7726441" y="2433413"/>
                </a:moveTo>
                <a:lnTo>
                  <a:pt x="8332073" y="3039044"/>
                </a:lnTo>
                <a:lnTo>
                  <a:pt x="8937704" y="2433413"/>
                </a:lnTo>
                <a:lnTo>
                  <a:pt x="9543336" y="3039045"/>
                </a:lnTo>
                <a:lnTo>
                  <a:pt x="8937704" y="3644677"/>
                </a:lnTo>
                <a:lnTo>
                  <a:pt x="8332073" y="3039045"/>
                </a:lnTo>
                <a:lnTo>
                  <a:pt x="7726441" y="3644677"/>
                </a:lnTo>
                <a:lnTo>
                  <a:pt x="7146631" y="3064867"/>
                </a:lnTo>
                <a:lnTo>
                  <a:pt x="6564100" y="3647399"/>
                </a:lnTo>
                <a:lnTo>
                  <a:pt x="5958468" y="3041767"/>
                </a:lnTo>
                <a:lnTo>
                  <a:pt x="5352837" y="3647399"/>
                </a:lnTo>
                <a:lnTo>
                  <a:pt x="4773027" y="3067589"/>
                </a:lnTo>
                <a:lnTo>
                  <a:pt x="4190496" y="3650121"/>
                </a:lnTo>
                <a:lnTo>
                  <a:pt x="3584864" y="3044489"/>
                </a:lnTo>
                <a:lnTo>
                  <a:pt x="2979233" y="3650121"/>
                </a:lnTo>
                <a:lnTo>
                  <a:pt x="2399427" y="3070311"/>
                </a:lnTo>
                <a:lnTo>
                  <a:pt x="1816896" y="3652843"/>
                </a:lnTo>
                <a:lnTo>
                  <a:pt x="1211265" y="3047212"/>
                </a:lnTo>
                <a:lnTo>
                  <a:pt x="605632" y="3652843"/>
                </a:lnTo>
                <a:lnTo>
                  <a:pt x="0" y="3047211"/>
                </a:lnTo>
                <a:lnTo>
                  <a:pt x="605632" y="2441579"/>
                </a:lnTo>
                <a:lnTo>
                  <a:pt x="1211265" y="3047210"/>
                </a:lnTo>
                <a:lnTo>
                  <a:pt x="1816896" y="2441579"/>
                </a:lnTo>
                <a:lnTo>
                  <a:pt x="2396704" y="3021388"/>
                </a:lnTo>
                <a:lnTo>
                  <a:pt x="2979233" y="2438857"/>
                </a:lnTo>
                <a:lnTo>
                  <a:pt x="3584864" y="3044488"/>
                </a:lnTo>
                <a:lnTo>
                  <a:pt x="4190496" y="2438857"/>
                </a:lnTo>
                <a:lnTo>
                  <a:pt x="4770305" y="3018666"/>
                </a:lnTo>
                <a:lnTo>
                  <a:pt x="5352837" y="2436135"/>
                </a:lnTo>
                <a:lnTo>
                  <a:pt x="5958468" y="3041766"/>
                </a:lnTo>
                <a:lnTo>
                  <a:pt x="6564100" y="2436135"/>
                </a:lnTo>
                <a:lnTo>
                  <a:pt x="7143910" y="3015944"/>
                </a:lnTo>
                <a:close/>
                <a:moveTo>
                  <a:pt x="7726441" y="1216706"/>
                </a:moveTo>
                <a:lnTo>
                  <a:pt x="8332073" y="1822337"/>
                </a:lnTo>
                <a:lnTo>
                  <a:pt x="8937704" y="1216706"/>
                </a:lnTo>
                <a:lnTo>
                  <a:pt x="9543336" y="1822338"/>
                </a:lnTo>
                <a:lnTo>
                  <a:pt x="8937704" y="2427970"/>
                </a:lnTo>
                <a:lnTo>
                  <a:pt x="8332073" y="1822338"/>
                </a:lnTo>
                <a:lnTo>
                  <a:pt x="7726441" y="2427970"/>
                </a:lnTo>
                <a:lnTo>
                  <a:pt x="7146631" y="1848160"/>
                </a:lnTo>
                <a:lnTo>
                  <a:pt x="6564100" y="2430692"/>
                </a:lnTo>
                <a:lnTo>
                  <a:pt x="5958468" y="1825060"/>
                </a:lnTo>
                <a:lnTo>
                  <a:pt x="5352837" y="2430692"/>
                </a:lnTo>
                <a:lnTo>
                  <a:pt x="4773027" y="1850882"/>
                </a:lnTo>
                <a:lnTo>
                  <a:pt x="4190496" y="2433414"/>
                </a:lnTo>
                <a:lnTo>
                  <a:pt x="3584864" y="1827782"/>
                </a:lnTo>
                <a:lnTo>
                  <a:pt x="2979233" y="2433414"/>
                </a:lnTo>
                <a:lnTo>
                  <a:pt x="2399427" y="1853605"/>
                </a:lnTo>
                <a:lnTo>
                  <a:pt x="1816896" y="2436136"/>
                </a:lnTo>
                <a:lnTo>
                  <a:pt x="1211265" y="1830505"/>
                </a:lnTo>
                <a:lnTo>
                  <a:pt x="605633" y="2436136"/>
                </a:lnTo>
                <a:lnTo>
                  <a:pt x="0" y="1830504"/>
                </a:lnTo>
                <a:lnTo>
                  <a:pt x="605633" y="1224872"/>
                </a:lnTo>
                <a:lnTo>
                  <a:pt x="1211265" y="1830503"/>
                </a:lnTo>
                <a:lnTo>
                  <a:pt x="1816896" y="1224872"/>
                </a:lnTo>
                <a:lnTo>
                  <a:pt x="2396704" y="1804681"/>
                </a:lnTo>
                <a:lnTo>
                  <a:pt x="2979233" y="1222150"/>
                </a:lnTo>
                <a:lnTo>
                  <a:pt x="3584864" y="1827781"/>
                </a:lnTo>
                <a:lnTo>
                  <a:pt x="4190496" y="1222150"/>
                </a:lnTo>
                <a:lnTo>
                  <a:pt x="4770305" y="1801960"/>
                </a:lnTo>
                <a:lnTo>
                  <a:pt x="5352837" y="1219428"/>
                </a:lnTo>
                <a:lnTo>
                  <a:pt x="5958468" y="1825059"/>
                </a:lnTo>
                <a:lnTo>
                  <a:pt x="6564100" y="1219428"/>
                </a:lnTo>
                <a:lnTo>
                  <a:pt x="7143909" y="1799237"/>
                </a:lnTo>
                <a:close/>
                <a:moveTo>
                  <a:pt x="7726441" y="0"/>
                </a:moveTo>
                <a:lnTo>
                  <a:pt x="8332072" y="605632"/>
                </a:lnTo>
                <a:lnTo>
                  <a:pt x="8937704" y="0"/>
                </a:lnTo>
                <a:lnTo>
                  <a:pt x="9543336" y="605632"/>
                </a:lnTo>
                <a:lnTo>
                  <a:pt x="8937704" y="1211263"/>
                </a:lnTo>
                <a:lnTo>
                  <a:pt x="8332072" y="605633"/>
                </a:lnTo>
                <a:lnTo>
                  <a:pt x="7726441" y="1211263"/>
                </a:lnTo>
                <a:lnTo>
                  <a:pt x="7146632" y="631455"/>
                </a:lnTo>
                <a:lnTo>
                  <a:pt x="6564100" y="1213985"/>
                </a:lnTo>
                <a:lnTo>
                  <a:pt x="5958468" y="608355"/>
                </a:lnTo>
                <a:lnTo>
                  <a:pt x="5352837" y="1213985"/>
                </a:lnTo>
                <a:lnTo>
                  <a:pt x="4773027" y="634177"/>
                </a:lnTo>
                <a:lnTo>
                  <a:pt x="4190496" y="1216707"/>
                </a:lnTo>
                <a:lnTo>
                  <a:pt x="3584864" y="611077"/>
                </a:lnTo>
                <a:lnTo>
                  <a:pt x="2979233" y="1216707"/>
                </a:lnTo>
                <a:lnTo>
                  <a:pt x="2399427" y="636900"/>
                </a:lnTo>
                <a:lnTo>
                  <a:pt x="1816896" y="1219429"/>
                </a:lnTo>
                <a:lnTo>
                  <a:pt x="1211265" y="613800"/>
                </a:lnTo>
                <a:lnTo>
                  <a:pt x="605632" y="1219429"/>
                </a:lnTo>
                <a:lnTo>
                  <a:pt x="0" y="613799"/>
                </a:lnTo>
                <a:lnTo>
                  <a:pt x="605632" y="8166"/>
                </a:lnTo>
                <a:lnTo>
                  <a:pt x="1211265" y="613798"/>
                </a:lnTo>
                <a:lnTo>
                  <a:pt x="1816896" y="8166"/>
                </a:lnTo>
                <a:lnTo>
                  <a:pt x="2396704" y="587976"/>
                </a:lnTo>
                <a:lnTo>
                  <a:pt x="2979233" y="5444"/>
                </a:lnTo>
                <a:lnTo>
                  <a:pt x="3584864" y="611076"/>
                </a:lnTo>
                <a:lnTo>
                  <a:pt x="4190496" y="5444"/>
                </a:lnTo>
                <a:lnTo>
                  <a:pt x="4770305" y="585254"/>
                </a:lnTo>
                <a:lnTo>
                  <a:pt x="5352837" y="2722"/>
                </a:lnTo>
                <a:lnTo>
                  <a:pt x="5958468" y="608354"/>
                </a:lnTo>
                <a:lnTo>
                  <a:pt x="6564100" y="2722"/>
                </a:lnTo>
                <a:lnTo>
                  <a:pt x="7143909" y="582532"/>
                </a:lnTo>
                <a:close/>
              </a:path>
            </a:pathLst>
          </a:custGeom>
          <a:solidFill>
            <a:schemeClr val="accent1">
              <a:lumMod val="40000"/>
              <a:lumOff val="60000"/>
              <a:alpha val="16000"/>
            </a:schemeClr>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8" name="标题 1"/>
          <p:cNvSpPr txBox="1"/>
          <p:nvPr/>
        </p:nvSpPr>
        <p:spPr>
          <a:xfrm>
            <a:off x="417252" y="156705"/>
            <a:ext cx="294640" cy="294640"/>
          </a:xfrm>
          <a:prstGeom prst="diamond">
            <a:avLst/>
          </a:prstGeom>
          <a:solidFill>
            <a:schemeClr val="accent1"/>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9" name="标题 1"/>
          <p:cNvSpPr txBox="1"/>
          <p:nvPr/>
        </p:nvSpPr>
        <p:spPr>
          <a:xfrm>
            <a:off x="417252" y="6406655"/>
            <a:ext cx="294640" cy="294640"/>
          </a:xfrm>
          <a:prstGeom prst="diamond">
            <a:avLst/>
          </a:prstGeom>
          <a:solidFill>
            <a:schemeClr val="accent1"/>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0" name="标题 1"/>
          <p:cNvSpPr txBox="1"/>
          <p:nvPr/>
        </p:nvSpPr>
        <p:spPr>
          <a:xfrm>
            <a:off x="11480108" y="6406655"/>
            <a:ext cx="294640" cy="294640"/>
          </a:xfrm>
          <a:prstGeom prst="diamond">
            <a:avLst/>
          </a:prstGeom>
          <a:solidFill>
            <a:schemeClr val="accent1"/>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1" name="标题 1"/>
          <p:cNvSpPr txBox="1"/>
          <p:nvPr/>
        </p:nvSpPr>
        <p:spPr>
          <a:xfrm>
            <a:off x="11480108" y="156705"/>
            <a:ext cx="294640" cy="294640"/>
          </a:xfrm>
          <a:prstGeom prst="diamond">
            <a:avLst/>
          </a:prstGeom>
          <a:solidFill>
            <a:schemeClr val="accent1"/>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2" name="标题 1"/>
          <p:cNvSpPr txBox="1"/>
          <p:nvPr/>
        </p:nvSpPr>
        <p:spPr>
          <a:xfrm>
            <a:off x="2116604" y="2225443"/>
            <a:ext cx="7966042" cy="2812721"/>
          </a:xfrm>
          <a:prstGeom prst="roundRect">
            <a:avLst>
              <a:gd name="adj" fmla="val 0"/>
            </a:avLst>
          </a:prstGeom>
          <a:solidFill>
            <a:schemeClr val="accent1"/>
          </a:solidFill>
          <a:ln w="12700" cap="sq">
            <a:no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4" name="标题 1"/>
          <p:cNvSpPr txBox="1"/>
          <p:nvPr/>
        </p:nvSpPr>
        <p:spPr>
          <a:xfrm>
            <a:off x="1814930" y="1748790"/>
            <a:ext cx="373916" cy="373670"/>
          </a:xfrm>
          <a:prstGeom prst="star4">
            <a:avLst/>
          </a:prstGeom>
          <a:solidFill>
            <a:schemeClr val="accent1"/>
          </a:solidFill>
          <a:ln w="12700" cap="sq">
            <a:solidFill>
              <a:schemeClr val="bg1"/>
            </a:solid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5" name="标题 1"/>
          <p:cNvSpPr txBox="1"/>
          <p:nvPr/>
        </p:nvSpPr>
        <p:spPr>
          <a:xfrm>
            <a:off x="2306946" y="1956212"/>
            <a:ext cx="207893" cy="194463"/>
          </a:xfrm>
          <a:prstGeom prst="star4">
            <a:avLst/>
          </a:prstGeom>
          <a:solidFill>
            <a:schemeClr val="accent1"/>
          </a:solidFill>
          <a:ln w="12700" cap="sq">
            <a:solidFill>
              <a:schemeClr val="bg1"/>
            </a:solid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6" name="标题 1"/>
          <p:cNvSpPr txBox="1"/>
          <p:nvPr/>
        </p:nvSpPr>
        <p:spPr>
          <a:xfrm>
            <a:off x="9953801" y="1748790"/>
            <a:ext cx="373916" cy="373670"/>
          </a:xfrm>
          <a:prstGeom prst="star4">
            <a:avLst/>
          </a:prstGeom>
          <a:solidFill>
            <a:schemeClr val="accent1"/>
          </a:solidFill>
          <a:ln w="12700" cap="sq">
            <a:solidFill>
              <a:schemeClr val="bg1"/>
            </a:solid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7" name="标题 1"/>
          <p:cNvSpPr txBox="1"/>
          <p:nvPr/>
        </p:nvSpPr>
        <p:spPr>
          <a:xfrm>
            <a:off x="9691066" y="1956212"/>
            <a:ext cx="207893" cy="194463"/>
          </a:xfrm>
          <a:prstGeom prst="star4">
            <a:avLst/>
          </a:prstGeom>
          <a:solidFill>
            <a:schemeClr val="accent1"/>
          </a:solidFill>
          <a:ln w="12700" cap="sq">
            <a:solidFill>
              <a:schemeClr val="bg1"/>
            </a:solidFill>
            <a:miter/>
          </a:ln>
        </p:spPr>
        <p:txBody>
          <a:bodyPr vert="horz" wrap="square" lIns="91440" tIns="45720" rIns="91440" bIns="4572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a:ea typeface="微软雅黑"/>
              <a:cs typeface="+mn-cs"/>
            </a:endParaRPr>
          </a:p>
        </p:txBody>
      </p:sp>
      <p:sp>
        <p:nvSpPr>
          <p:cNvPr id="18" name="标题 1"/>
          <p:cNvSpPr txBox="1"/>
          <p:nvPr/>
        </p:nvSpPr>
        <p:spPr>
          <a:xfrm>
            <a:off x="3132689" y="3236767"/>
            <a:ext cx="5926622" cy="1623047"/>
          </a:xfrm>
          <a:prstGeom prst="rect">
            <a:avLst/>
          </a:prstGeom>
          <a:noFill/>
          <a:ln>
            <a:noFill/>
          </a:ln>
        </p:spPr>
        <p:txBody>
          <a:bodyPr vert="horz" wrap="square" lIns="91440" tIns="45720" rIns="91440" bIns="45720" rtlCol="0" anchor="t"/>
          <a:lstStyle/>
          <a:p>
            <a:pPr algn="ctr"/>
            <a:r>
              <a:rPr kumimoji="1" lang="zh-CN" altLang="en-US" sz="4400" b="1" dirty="0">
                <a:ln w="12700">
                  <a:noFill/>
                </a:ln>
                <a:solidFill>
                  <a:srgbClr val="FFFFFF">
                    <a:alpha val="100000"/>
                  </a:srgbClr>
                </a:solidFill>
                <a:latin typeface="仿宋" charset="0"/>
                <a:ea typeface="仿宋" charset="0"/>
                <a:cs typeface="OPPOSans H"/>
              </a:rPr>
              <a:t>取得</a:t>
            </a:r>
            <a:r>
              <a:rPr kumimoji="1" lang="zh-CN" altLang="en-US" sz="4400" b="1" i="0" u="none" strike="noStrike" kern="1200" cap="none" spc="0" normalizeH="0" baseline="0" noProof="0" dirty="0">
                <a:ln w="12700">
                  <a:noFill/>
                </a:ln>
                <a:solidFill>
                  <a:srgbClr val="FFFFFF">
                    <a:alpha val="100000"/>
                  </a:srgbClr>
                </a:solidFill>
                <a:effectLst/>
                <a:uLnTx/>
                <a:uFillTx/>
                <a:latin typeface="仿宋" charset="0"/>
                <a:ea typeface="仿宋" charset="0"/>
                <a:cs typeface="OPPOSans H"/>
              </a:rPr>
              <a:t>成果</a:t>
            </a:r>
          </a:p>
          <a:p>
            <a:pPr algn="ctr"/>
            <a:endParaRPr kumimoji="1" lang="zh-CN" altLang="en-US" sz="4400" b="1" i="0" u="none" strike="noStrike" kern="1200" cap="none" spc="0" normalizeH="0" baseline="0" noProof="0" dirty="0">
              <a:ln w="12700">
                <a:noFill/>
              </a:ln>
              <a:solidFill>
                <a:srgbClr val="FFFFFF">
                  <a:alpha val="100000"/>
                </a:srgbClr>
              </a:solidFill>
              <a:effectLst/>
              <a:uLnTx/>
              <a:uFillTx/>
              <a:latin typeface="仿宋" charset="0"/>
              <a:ea typeface="仿宋" charset="0"/>
              <a:cs typeface="OPPOSans H"/>
            </a:endParaRPr>
          </a:p>
        </p:txBody>
      </p:sp>
      <p:sp>
        <p:nvSpPr>
          <p:cNvPr id="20" name="标题 1"/>
          <p:cNvSpPr txBox="1"/>
          <p:nvPr/>
        </p:nvSpPr>
        <p:spPr>
          <a:xfrm>
            <a:off x="5492169" y="1804555"/>
            <a:ext cx="1207663" cy="1432212"/>
          </a:xfrm>
          <a:prstGeom prst="rect">
            <a:avLst/>
          </a:prstGeom>
          <a:noFill/>
          <a:ln>
            <a:noFill/>
          </a:ln>
        </p:spPr>
        <p:txBody>
          <a:bodyPr vert="horz" wrap="square" lIns="91440" tIns="45720" rIns="91440" bIns="45720" rtlCol="0" anchor="b"/>
          <a:lstStyle/>
          <a:p>
            <a:pPr marL="0" marR="0" lvl="0" algn="ctr" defTabSz="457200" rtl="0" eaLnBrk="1" fontAlgn="auto" latinLnBrk="0" hangingPunct="1">
              <a:lnSpc>
                <a:spcPct val="100000"/>
              </a:lnSpc>
              <a:spcBef>
                <a:spcPts val="0"/>
              </a:spcBef>
              <a:spcAft>
                <a:spcPts val="0"/>
              </a:spcAft>
              <a:buClrTx/>
              <a:buSzTx/>
              <a:buFontTx/>
              <a:buNone/>
              <a:defRPr/>
            </a:pPr>
            <a:r>
              <a:rPr kumimoji="1" lang="en-US" altLang="zh-CN" sz="5400" b="0" i="0" u="none" strike="noStrike" kern="1200" cap="none" spc="0" normalizeH="0" baseline="0" noProof="0" dirty="0">
                <a:ln w="12700">
                  <a:noFill/>
                </a:ln>
                <a:solidFill>
                  <a:srgbClr val="FFFFFF">
                    <a:alpha val="100000"/>
                  </a:srgbClr>
                </a:solidFill>
                <a:effectLst/>
                <a:uLnTx/>
                <a:uFillTx/>
                <a:latin typeface="华文宋体" panose="02010600040101010101" charset="-122"/>
                <a:ea typeface="华文宋体" panose="02010600040101010101" charset="-122"/>
                <a:cs typeface="OPPOSans H"/>
              </a:rPr>
              <a:t>03</a:t>
            </a:r>
          </a:p>
        </p:txBody>
      </p:sp>
      <p:pic>
        <p:nvPicPr>
          <p:cNvPr id="21" name="图片 2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39517" y="1302569"/>
            <a:ext cx="3463612" cy="55871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文本框 2"/>
          <p:cNvSpPr txBox="1"/>
          <p:nvPr/>
        </p:nvSpPr>
        <p:spPr>
          <a:xfrm>
            <a:off x="309245" y="777240"/>
            <a:ext cx="11573510" cy="5737225"/>
          </a:xfrm>
          <a:prstGeom prst="rect">
            <a:avLst/>
          </a:prstGeom>
          <a:noFill/>
        </p:spPr>
        <p:txBody>
          <a:bodyPr wrap="square" rtlCol="0">
            <a:noAutofit/>
          </a:bodyPr>
          <a:lstStyle/>
          <a:p>
            <a:pPr algn="l">
              <a:lnSpc>
                <a:spcPct val="200000"/>
              </a:lnSpc>
              <a:buClrTx/>
              <a:buSzTx/>
              <a:buFontTx/>
              <a:defRPr/>
            </a:pPr>
            <a:r>
              <a:rPr lang="zh-CN" altLang="en-US" sz="2200" dirty="0">
                <a:solidFill>
                  <a:srgbClr val="1F497D">
                    <a:lumMod val="60000"/>
                    <a:lumOff val="40000"/>
                  </a:srgbClr>
                </a:solidFill>
                <a:effectLst>
                  <a:outerShdw blurRad="38100" dist="19050" dir="2700000" algn="tl" rotWithShape="0">
                    <a:prstClr val="black">
                      <a:alpha val="40000"/>
                      <a:alpha val="40000"/>
                    </a:prstClr>
                  </a:outerShdw>
                </a:effectLst>
                <a:latin typeface="黑体" panose="02010600030101010101" charset="-122"/>
                <a:ea typeface="黑体" panose="02010600030101010101" charset="-122"/>
              </a:rPr>
              <a:t>定量结果对比</a:t>
            </a:r>
          </a:p>
          <a:p>
            <a:pPr indent="457200">
              <a:spcBef>
                <a:spcPts val="900"/>
              </a:spcBef>
            </a:pPr>
            <a:r>
              <a:rPr lang="en-US" altLang="zh-CN" sz="2200" dirty="0">
                <a:latin typeface="黑体" panose="02010600030101010101" charset="-122"/>
                <a:ea typeface="黑体" panose="02010600030101010101" charset="-122"/>
              </a:rPr>
              <a:t>• </a:t>
            </a:r>
            <a:r>
              <a:rPr lang="zh-CN" altLang="en-US" sz="2200" dirty="0">
                <a:latin typeface="黑体" panose="02010600030101010101" charset="-122"/>
                <a:ea typeface="黑体" panose="02010600030101010101" charset="-122"/>
              </a:rPr>
              <a:t>与原版</a:t>
            </a:r>
            <a:r>
              <a:rPr lang="en-US" altLang="zh-CN" sz="2200" dirty="0">
                <a:latin typeface="黑体" panose="02010600030101010101" charset="-122"/>
                <a:ea typeface="黑体" panose="02010600030101010101" charset="-122"/>
              </a:rPr>
              <a:t>YOLOv8</a:t>
            </a:r>
            <a:r>
              <a:rPr lang="zh-CN" altLang="en-US" sz="2200" dirty="0">
                <a:latin typeface="黑体" panose="02010600030101010101" charset="-122"/>
                <a:ea typeface="黑体" panose="02010600030101010101" charset="-122"/>
              </a:rPr>
              <a:t>和其他主流方法进行性能对比分析：</a:t>
            </a:r>
          </a:p>
          <a:p>
            <a:endParaRPr lang="en-US" altLang="zh-CN" sz="2200" dirty="0">
              <a:solidFill>
                <a:schemeClr val="tx2">
                  <a:lumMod val="60000"/>
                  <a:lumOff val="40000"/>
                </a:schemeClr>
              </a:solidFill>
              <a:effectLst>
                <a:outerShdw blurRad="38100" dist="19050" dir="2700000" algn="tl" rotWithShape="0">
                  <a:schemeClr val="dk1">
                    <a:alpha val="40000"/>
                    <a:alpha val="40000"/>
                  </a:schemeClr>
                </a:outerShdw>
              </a:effectLst>
              <a:latin typeface="黑体" panose="02010600030101010101" charset="-122"/>
              <a:ea typeface="黑体" panose="02010600030101010101" charset="-122"/>
            </a:endParaRPr>
          </a:p>
          <a:p>
            <a:endParaRPr lang="en-US" altLang="zh-CN" sz="2200" dirty="0">
              <a:solidFill>
                <a:schemeClr val="tx2">
                  <a:lumMod val="60000"/>
                  <a:lumOff val="40000"/>
                </a:schemeClr>
              </a:solidFill>
              <a:effectLst>
                <a:outerShdw blurRad="38100" dist="19050" dir="2700000" algn="tl" rotWithShape="0">
                  <a:schemeClr val="dk1">
                    <a:alpha val="40000"/>
                    <a:alpha val="40000"/>
                  </a:schemeClr>
                </a:outerShdw>
              </a:effectLst>
              <a:latin typeface="黑体" panose="02010600030101010101" charset="-122"/>
              <a:ea typeface="黑体" panose="02010600030101010101" charset="-122"/>
            </a:endParaRPr>
          </a:p>
          <a:p>
            <a:endParaRPr lang="en-US" altLang="zh-CN" sz="2200" dirty="0">
              <a:solidFill>
                <a:schemeClr val="tx2">
                  <a:lumMod val="60000"/>
                  <a:lumOff val="40000"/>
                </a:schemeClr>
              </a:solidFill>
              <a:effectLst>
                <a:outerShdw blurRad="38100" dist="19050" dir="2700000" algn="tl" rotWithShape="0">
                  <a:schemeClr val="dk1">
                    <a:alpha val="40000"/>
                    <a:alpha val="40000"/>
                  </a:schemeClr>
                </a:outerShdw>
              </a:effectLst>
              <a:latin typeface="黑体" panose="02010600030101010101" charset="-122"/>
              <a:ea typeface="黑体" panose="02010600030101010101" charset="-122"/>
            </a:endParaRPr>
          </a:p>
          <a:p>
            <a:endParaRPr lang="en-US" altLang="zh-CN" sz="2200" dirty="0">
              <a:solidFill>
                <a:schemeClr val="tx2">
                  <a:lumMod val="60000"/>
                  <a:lumOff val="40000"/>
                </a:schemeClr>
              </a:solidFill>
              <a:effectLst>
                <a:outerShdw blurRad="38100" dist="19050" dir="2700000" algn="tl" rotWithShape="0">
                  <a:schemeClr val="dk1">
                    <a:alpha val="40000"/>
                    <a:alpha val="40000"/>
                  </a:schemeClr>
                </a:outerShdw>
              </a:effectLst>
              <a:latin typeface="黑体" panose="02010600030101010101" charset="-122"/>
              <a:ea typeface="黑体" panose="02010600030101010101" charset="-122"/>
            </a:endParaRPr>
          </a:p>
          <a:p>
            <a:pPr algn="l">
              <a:lnSpc>
                <a:spcPct val="200000"/>
              </a:lnSpc>
              <a:buClrTx/>
              <a:buSzTx/>
              <a:buFontTx/>
              <a:defRPr/>
            </a:pPr>
            <a:r>
              <a:rPr lang="zh-CN" altLang="en-US" sz="2200" dirty="0">
                <a:solidFill>
                  <a:srgbClr val="1F497D">
                    <a:lumMod val="60000"/>
                    <a:lumOff val="40000"/>
                  </a:srgbClr>
                </a:solidFill>
                <a:effectLst>
                  <a:outerShdw blurRad="38100" dist="19050" dir="2700000" algn="tl" rotWithShape="0">
                    <a:prstClr val="black">
                      <a:alpha val="40000"/>
                      <a:alpha val="40000"/>
                    </a:prstClr>
                  </a:outerShdw>
                </a:effectLst>
                <a:latin typeface="黑体" panose="02010600030101010101" charset="-122"/>
                <a:ea typeface="黑体" panose="02010600030101010101" charset="-122"/>
              </a:rPr>
              <a:t>实验结果分析</a:t>
            </a:r>
          </a:p>
          <a:p>
            <a:pPr indent="457200" algn="l">
              <a:spcBef>
                <a:spcPts val="900"/>
              </a:spcBef>
              <a:buClrTx/>
              <a:buSzTx/>
              <a:buFontTx/>
            </a:pPr>
            <a:r>
              <a:rPr lang="en-US" altLang="zh-CN" sz="2200" dirty="0">
                <a:latin typeface="黑体" panose="02010600030101010101" charset="-122"/>
                <a:ea typeface="黑体" panose="02010600030101010101" charset="-122"/>
              </a:rPr>
              <a:t>·检测精度（mAP）：在复杂水下环境中，本系统的平均精度（mAP）相比现有水下目标检测方法提升2%左右，能够精确识别低对比度、低清晰度的水下目标。</a:t>
            </a:r>
          </a:p>
          <a:p>
            <a:pPr indent="457200" algn="l">
              <a:spcBef>
                <a:spcPts val="900"/>
              </a:spcBef>
              <a:buClrTx/>
              <a:buSzTx/>
              <a:buFontTx/>
            </a:pPr>
            <a:r>
              <a:rPr lang="en-US" altLang="zh-CN" sz="2200" dirty="0">
                <a:latin typeface="黑体" panose="02010600030101010101" charset="-122"/>
                <a:ea typeface="黑体" panose="02010600030101010101" charset="-122"/>
              </a:rPr>
              <a:t>·检测速度（FPS）：在保证高精度的同时，该系统保持了较高的检测速度，在配备GPU的系统环境下可实现实时检测，满足水下实时应用需求。</a:t>
            </a:r>
          </a:p>
          <a:p>
            <a:pPr indent="457200" algn="l">
              <a:spcBef>
                <a:spcPts val="900"/>
              </a:spcBef>
              <a:buClrTx/>
              <a:buSzTx/>
              <a:buFontTx/>
            </a:pPr>
            <a:r>
              <a:rPr lang="en-US" altLang="zh-CN" sz="2200" dirty="0">
                <a:latin typeface="黑体" panose="02010600030101010101" charset="-122"/>
                <a:ea typeface="黑体" panose="02010600030101010101" charset="-122"/>
              </a:rPr>
              <a:t>·适应性（鲁棒性）：系统能够适应不同深度和水质条件下的环境变化，如清澈水域、浑浊水域、光照不足等，并对小目标、背景复杂的情况具备较强的鲁棒性。</a:t>
            </a:r>
          </a:p>
          <a:p>
            <a:pPr indent="457200" algn="l">
              <a:spcBef>
                <a:spcPts val="900"/>
              </a:spcBef>
              <a:buClrTx/>
              <a:buSzTx/>
              <a:buFontTx/>
            </a:pPr>
            <a:endParaRPr lang="en-US" altLang="zh-CN" sz="2200" dirty="0">
              <a:latin typeface="黑体" panose="02010600030101010101" charset="-122"/>
              <a:ea typeface="黑体" panose="02010600030101010101" charset="-122"/>
            </a:endParaRPr>
          </a:p>
        </p:txBody>
      </p:sp>
      <p:graphicFrame>
        <p:nvGraphicFramePr>
          <p:cNvPr id="6" name="表格 5"/>
          <p:cNvGraphicFramePr/>
          <p:nvPr>
            <p:custDataLst>
              <p:tags r:id="rId2"/>
            </p:custDataLst>
          </p:nvPr>
        </p:nvGraphicFramePr>
        <p:xfrm>
          <a:off x="2892425" y="2135505"/>
          <a:ext cx="6431915" cy="1293495"/>
        </p:xfrm>
        <a:graphic>
          <a:graphicData uri="http://schemas.openxmlformats.org/drawingml/2006/table">
            <a:tbl>
              <a:tblPr/>
              <a:tblGrid>
                <a:gridCol w="1038860">
                  <a:extLst>
                    <a:ext uri="{9D8B030D-6E8A-4147-A177-3AD203B41FA5}">
                      <a16:colId xmlns:a16="http://schemas.microsoft.com/office/drawing/2014/main" val="20000"/>
                    </a:ext>
                  </a:extLst>
                </a:gridCol>
                <a:gridCol w="1111885">
                  <a:extLst>
                    <a:ext uri="{9D8B030D-6E8A-4147-A177-3AD203B41FA5}">
                      <a16:colId xmlns:a16="http://schemas.microsoft.com/office/drawing/2014/main" val="20001"/>
                    </a:ext>
                  </a:extLst>
                </a:gridCol>
                <a:gridCol w="1111885">
                  <a:extLst>
                    <a:ext uri="{9D8B030D-6E8A-4147-A177-3AD203B41FA5}">
                      <a16:colId xmlns:a16="http://schemas.microsoft.com/office/drawing/2014/main" val="20002"/>
                    </a:ext>
                  </a:extLst>
                </a:gridCol>
                <a:gridCol w="1112520">
                  <a:extLst>
                    <a:ext uri="{9D8B030D-6E8A-4147-A177-3AD203B41FA5}">
                      <a16:colId xmlns:a16="http://schemas.microsoft.com/office/drawing/2014/main" val="20003"/>
                    </a:ext>
                  </a:extLst>
                </a:gridCol>
                <a:gridCol w="1111250">
                  <a:extLst>
                    <a:ext uri="{9D8B030D-6E8A-4147-A177-3AD203B41FA5}">
                      <a16:colId xmlns:a16="http://schemas.microsoft.com/office/drawing/2014/main" val="20004"/>
                    </a:ext>
                  </a:extLst>
                </a:gridCol>
                <a:gridCol w="945515">
                  <a:extLst>
                    <a:ext uri="{9D8B030D-6E8A-4147-A177-3AD203B41FA5}">
                      <a16:colId xmlns:a16="http://schemas.microsoft.com/office/drawing/2014/main" val="20005"/>
                    </a:ext>
                  </a:extLst>
                </a:gridCol>
              </a:tblGrid>
              <a:tr h="431165">
                <a:tc>
                  <a:txBody>
                    <a:bodyPr/>
                    <a:lstStyle/>
                    <a:p>
                      <a:pPr marL="0" indent="0" algn="ctr">
                        <a:lnSpc>
                          <a:spcPts val="2300"/>
                        </a:lnSpc>
                        <a:spcBef>
                          <a:spcPct val="0"/>
                        </a:spcBef>
                        <a:spcAft>
                          <a:spcPct val="0"/>
                        </a:spcAft>
                      </a:pPr>
                      <a:endParaRPr sz="1200">
                        <a:latin typeface="Times New Roman" panose="02020603050405020304"/>
                        <a:ea typeface="宋体"/>
                      </a:endParaRP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mAP50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mAP50-95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APs</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APm</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APl</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0"/>
                  </a:ext>
                </a:extLst>
              </a:tr>
              <a:tr h="431165">
                <a:tc>
                  <a:txBody>
                    <a:bodyPr/>
                    <a:lstStyle/>
                    <a:p>
                      <a:pPr marL="0" indent="0" algn="ctr">
                        <a:lnSpc>
                          <a:spcPts val="2300"/>
                        </a:lnSpc>
                        <a:spcBef>
                          <a:spcPct val="0"/>
                        </a:spcBef>
                        <a:spcAft>
                          <a:spcPct val="0"/>
                        </a:spcAft>
                      </a:pPr>
                      <a:r>
                        <a:rPr lang="zh-CN" sz="1200">
                          <a:latin typeface="Times New Roman" panose="02020603050405020304"/>
                          <a:ea typeface="宋体"/>
                        </a:rPr>
                        <a:t>原</a:t>
                      </a:r>
                      <a:r>
                        <a:rPr lang="en-US" altLang="zh-CN" sz="1200">
                          <a:latin typeface="Times New Roman" panose="02020603050405020304"/>
                          <a:ea typeface="Times New Roman" panose="02020603050405020304"/>
                        </a:rPr>
                        <a:t>YOLOv8</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0.855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0.516</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0.166</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0.402</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0.664</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1"/>
                  </a:ext>
                </a:extLst>
              </a:tr>
              <a:tr h="431165">
                <a:tc>
                  <a:txBody>
                    <a:bodyPr/>
                    <a:lstStyle/>
                    <a:p>
                      <a:pPr marL="0" indent="0" algn="ctr">
                        <a:lnSpc>
                          <a:spcPts val="2300"/>
                        </a:lnSpc>
                        <a:spcBef>
                          <a:spcPct val="0"/>
                        </a:spcBef>
                        <a:spcAft>
                          <a:spcPct val="0"/>
                        </a:spcAft>
                      </a:pPr>
                      <a:r>
                        <a:rPr lang="zh-CN" sz="1200">
                          <a:latin typeface="Times New Roman" panose="02020603050405020304"/>
                          <a:ea typeface="宋体"/>
                        </a:rPr>
                        <a:t>本发明</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0.873</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0.530</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0.177</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0.391</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tc>
                  <a:txBody>
                    <a:bodyPr/>
                    <a:lstStyle/>
                    <a:p>
                      <a:pPr marL="0" indent="0" algn="ctr">
                        <a:lnSpc>
                          <a:spcPts val="2300"/>
                        </a:lnSpc>
                        <a:spcBef>
                          <a:spcPct val="0"/>
                        </a:spcBef>
                        <a:spcAft>
                          <a:spcPct val="0"/>
                        </a:spcAft>
                      </a:pPr>
                      <a:r>
                        <a:rPr lang="en-US" altLang="zh-CN" sz="1200">
                          <a:latin typeface="Times New Roman" panose="02020603050405020304"/>
                          <a:ea typeface="Times New Roman" panose="02020603050405020304"/>
                        </a:rPr>
                        <a:t>0.675</a:t>
                      </a:r>
                    </a:p>
                  </a:txBody>
                  <a:tcPr marL="68580" marR="68580" marT="0" marB="0" anchor="ctr">
                    <a:lnL w="6350" cap="flat" cmpd="sng">
                      <a:solidFill>
                        <a:srgbClr val="000008"/>
                      </a:solidFill>
                      <a:prstDash val="solid"/>
                      <a:headEnd type="none" w="med" len="med"/>
                      <a:tailEnd type="none" w="med" len="med"/>
                    </a:lnL>
                    <a:lnR w="6350" cap="flat" cmpd="sng">
                      <a:solidFill>
                        <a:srgbClr val="000008"/>
                      </a:solidFill>
                      <a:prstDash val="solid"/>
                      <a:headEnd type="none" w="med" len="med"/>
                      <a:tailEnd type="none" w="med" len="med"/>
                    </a:lnR>
                    <a:lnT w="6350" cap="flat" cmpd="sng">
                      <a:solidFill>
                        <a:srgbClr val="000008"/>
                      </a:solidFill>
                      <a:prstDash val="solid"/>
                      <a:headEnd type="none" w="med" len="med"/>
                      <a:tailEnd type="none" w="med" len="med"/>
                    </a:lnT>
                    <a:lnB w="6350" cap="flat" cmpd="sng">
                      <a:solidFill>
                        <a:srgbClr val="000008"/>
                      </a:solidFill>
                      <a:prstDash val="solid"/>
                      <a:headEnd type="none" w="med" len="med"/>
                      <a:tailEnd type="none" w="med" len="med"/>
                    </a:lnB>
                    <a:noFill/>
                  </a:tcPr>
                </a:tc>
                <a:extLst>
                  <a:ext uri="{0D108BD9-81ED-4DB2-BD59-A6C34878D82A}">
                    <a16:rowId xmlns:a16="http://schemas.microsoft.com/office/drawing/2014/main" val="10002"/>
                  </a:ext>
                </a:extLst>
              </a:tr>
            </a:tbl>
          </a:graphicData>
        </a:graphic>
      </p:graphicFrame>
      <p:grpSp>
        <p:nvGrpSpPr>
          <p:cNvPr id="16" name="组合 15"/>
          <p:cNvGrpSpPr/>
          <p:nvPr/>
        </p:nvGrpSpPr>
        <p:grpSpPr>
          <a:xfrm>
            <a:off x="0" y="212094"/>
            <a:ext cx="4838218" cy="627574"/>
            <a:chOff x="0" y="212094"/>
            <a:chExt cx="4367719" cy="627574"/>
          </a:xfrm>
        </p:grpSpPr>
        <p:sp>
          <p:nvSpPr>
            <p:cNvPr id="18" name="文本框 17"/>
            <p:cNvSpPr txBox="1"/>
            <p:nvPr>
              <p:custDataLst>
                <p:tags r:id="rId3"/>
              </p:custDataLst>
            </p:nvPr>
          </p:nvSpPr>
          <p:spPr>
            <a:xfrm>
              <a:off x="815975" y="305439"/>
              <a:ext cx="3469005" cy="521970"/>
            </a:xfrm>
            <a:prstGeom prst="rect">
              <a:avLst/>
            </a:prstGeom>
            <a:noFill/>
          </p:spPr>
          <p:txBody>
            <a:bodyPr wrap="square" rtlCol="0">
              <a:spAutoFit/>
            </a:bodyPr>
            <a:lstStyle/>
            <a:p>
              <a:pPr marR="0" lvl="0" indent="0" defTabSz="457200" rtl="0" fontAlgn="auto">
                <a:lnSpc>
                  <a:spcPct val="100000"/>
                </a:lnSpc>
                <a:spcBef>
                  <a:spcPts val="0"/>
                </a:spcBef>
                <a:spcAft>
                  <a:spcPts val="0"/>
                </a:spcAft>
                <a:buClrTx/>
                <a:buSzTx/>
                <a:buFontTx/>
                <a:buNone/>
                <a:defRPr/>
              </a:pPr>
              <a:r>
                <a:rPr kumimoji="1" lang="en-US" altLang="zh-CN" sz="2800" b="1" i="0" u="none" strike="noStrike" kern="1200" cap="none" spc="0" normalizeH="0" baseline="0" noProof="0" dirty="0">
                  <a:ln>
                    <a:noFill/>
                  </a:ln>
                  <a:solidFill>
                    <a:srgbClr val="0A238C"/>
                  </a:solidFill>
                  <a:effectLst/>
                  <a:uLnTx/>
                  <a:uFillTx/>
                  <a:latin typeface="微软雅黑" panose="020B0503020204020204" pitchFamily="34" charset="-122"/>
                  <a:ea typeface="微软雅黑" panose="020B0503020204020204" pitchFamily="34" charset="-122"/>
                  <a:cs typeface="+mn-cs"/>
                </a:rPr>
                <a:t>02 </a:t>
              </a:r>
              <a:r>
                <a:rPr kumimoji="1" lang="zh-CN" altLang="en-US" sz="2800" b="1" i="0" u="none" strike="noStrike" kern="1200" cap="none" spc="0" normalizeH="0" baseline="0" noProof="0" dirty="0">
                  <a:ln>
                    <a:noFill/>
                  </a:ln>
                  <a:solidFill>
                    <a:srgbClr val="0A238C"/>
                  </a:solidFill>
                  <a:effectLst/>
                  <a:uLnTx/>
                  <a:uFillTx/>
                  <a:latin typeface="微软雅黑" panose="020B0503020204020204" pitchFamily="34" charset="-122"/>
                  <a:ea typeface="微软雅黑" panose="020B0503020204020204" pitchFamily="34" charset="-122"/>
                  <a:cs typeface="+mn-cs"/>
                </a:rPr>
                <a:t>成果展示</a:t>
              </a:r>
            </a:p>
          </p:txBody>
        </p:sp>
        <p:grpSp>
          <p:nvGrpSpPr>
            <p:cNvPr id="19" name="组合 18"/>
            <p:cNvGrpSpPr/>
            <p:nvPr/>
          </p:nvGrpSpPr>
          <p:grpSpPr>
            <a:xfrm>
              <a:off x="104893" y="212094"/>
              <a:ext cx="616631" cy="616631"/>
              <a:chOff x="104893" y="212094"/>
              <a:chExt cx="616631" cy="616631"/>
            </a:xfrm>
          </p:grpSpPr>
          <p:sp>
            <p:nvSpPr>
              <p:cNvPr id="20" name="椭圆 19"/>
              <p:cNvSpPr/>
              <p:nvPr>
                <p:custDataLst>
                  <p:tags r:id="rId6"/>
                </p:custDataLst>
              </p:nvPr>
            </p:nvSpPr>
            <p:spPr>
              <a:xfrm>
                <a:off x="104893" y="212094"/>
                <a:ext cx="616631" cy="616631"/>
              </a:xfrm>
              <a:prstGeom prst="ellipse">
                <a:avLst/>
              </a:prstGeom>
              <a:solidFill>
                <a:srgbClr val="0A23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pic>
            <p:nvPicPr>
              <p:cNvPr id="22" name="图形 26"/>
              <p:cNvPicPr>
                <a:picLocks noChangeAspect="1"/>
              </p:cNvPicPr>
              <p:nvPr>
                <p:custDataLst>
                  <p:tags r:id="rId7"/>
                </p:custDataLst>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77639" y="296991"/>
                <a:ext cx="480163" cy="480163"/>
              </a:xfrm>
              <a:prstGeom prst="rect">
                <a:avLst/>
              </a:prstGeom>
            </p:spPr>
          </p:pic>
        </p:grpSp>
        <p:grpSp>
          <p:nvGrpSpPr>
            <p:cNvPr id="23" name="组合 22"/>
            <p:cNvGrpSpPr/>
            <p:nvPr/>
          </p:nvGrpSpPr>
          <p:grpSpPr>
            <a:xfrm>
              <a:off x="0" y="725368"/>
              <a:ext cx="4367719" cy="114300"/>
              <a:chOff x="0" y="998538"/>
              <a:chExt cx="4367719" cy="114300"/>
            </a:xfrm>
          </p:grpSpPr>
          <p:sp>
            <p:nvSpPr>
              <p:cNvPr id="24" name="矩形 23"/>
              <p:cNvSpPr/>
              <p:nvPr>
                <p:custDataLst>
                  <p:tags r:id="rId4"/>
                </p:custDataLst>
              </p:nvPr>
            </p:nvSpPr>
            <p:spPr>
              <a:xfrm>
                <a:off x="0" y="998538"/>
                <a:ext cx="800100" cy="114300"/>
              </a:xfrm>
              <a:prstGeom prst="rect">
                <a:avLst/>
              </a:prstGeom>
              <a:solidFill>
                <a:srgbClr val="0A238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cxnSp>
            <p:nvCxnSpPr>
              <p:cNvPr id="25" name="直接连接符 24"/>
              <p:cNvCxnSpPr/>
              <p:nvPr>
                <p:custDataLst>
                  <p:tags r:id="rId5"/>
                </p:custDataLst>
              </p:nvPr>
            </p:nvCxnSpPr>
            <p:spPr>
              <a:xfrm>
                <a:off x="911468" y="1084263"/>
                <a:ext cx="3456251" cy="0"/>
              </a:xfrm>
              <a:prstGeom prst="line">
                <a:avLst/>
              </a:prstGeom>
              <a:ln>
                <a:solidFill>
                  <a:srgbClr val="0A238C"/>
                </a:solidFill>
              </a:ln>
            </p:spPr>
            <p:style>
              <a:lnRef idx="1">
                <a:schemeClr val="accent1"/>
              </a:lnRef>
              <a:fillRef idx="0">
                <a:schemeClr val="accent1"/>
              </a:fillRef>
              <a:effectRef idx="0">
                <a:schemeClr val="accent1"/>
              </a:effectRef>
              <a:fontRef idx="minor">
                <a:schemeClr val="tx1"/>
              </a:fontRef>
            </p:style>
          </p:cxnSp>
        </p:grpSp>
      </p:gr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0" y="212094"/>
            <a:ext cx="5206482" cy="1046480"/>
            <a:chOff x="0" y="212094"/>
            <a:chExt cx="5206482" cy="1046480"/>
          </a:xfrm>
        </p:grpSpPr>
        <p:sp>
          <p:nvSpPr>
            <p:cNvPr id="5" name="文本框 4"/>
            <p:cNvSpPr txBox="1"/>
            <p:nvPr>
              <p:custDataLst>
                <p:tags r:id="rId1"/>
              </p:custDataLst>
            </p:nvPr>
          </p:nvSpPr>
          <p:spPr>
            <a:xfrm>
              <a:off x="815975" y="305439"/>
              <a:ext cx="4064000" cy="953135"/>
            </a:xfrm>
            <a:prstGeom prst="rect">
              <a:avLst/>
            </a:prstGeom>
            <a:noFill/>
          </p:spPr>
          <p:txBody>
            <a:bodyPr wrap="square" rtlCol="0">
              <a:spAutoFit/>
            </a:bodyPr>
            <a:lstStyle/>
            <a:p>
              <a:pPr>
                <a:defRPr/>
              </a:pPr>
              <a:r>
                <a:rPr kumimoji="1" lang="en-US" altLang="zh-CN" sz="2800" b="1" dirty="0">
                  <a:solidFill>
                    <a:srgbClr val="0A238C"/>
                  </a:solidFill>
                  <a:latin typeface="微软雅黑" panose="020B0503020204020204" pitchFamily="34" charset="-122"/>
                  <a:ea typeface="微软雅黑" panose="020B0503020204020204" pitchFamily="34" charset="-122"/>
                </a:rPr>
                <a:t>03 </a:t>
              </a:r>
              <a:r>
                <a:rPr kumimoji="1" lang="zh-CN" altLang="en-US" sz="2800" b="1" dirty="0">
                  <a:solidFill>
                    <a:srgbClr val="0A238C"/>
                  </a:solidFill>
                  <a:latin typeface="微软雅黑" panose="020B0503020204020204" pitchFamily="34" charset="-122"/>
                  <a:ea typeface="微软雅黑" panose="020B0503020204020204" pitchFamily="34" charset="-122"/>
                </a:rPr>
                <a:t>成果展示</a:t>
              </a:r>
            </a:p>
            <a:p>
              <a:pPr>
                <a:defRPr/>
              </a:pPr>
              <a:endParaRPr kumimoji="1" lang="zh-CN" altLang="en-US" sz="2800" b="1" i="0" u="none" strike="noStrike" kern="1200" cap="none" spc="0" normalizeH="0" baseline="0" noProof="0" dirty="0">
                <a:ln>
                  <a:noFill/>
                </a:ln>
                <a:solidFill>
                  <a:srgbClr val="0A238C"/>
                </a:solidFill>
                <a:effectLst/>
                <a:uLnTx/>
                <a:uFillTx/>
                <a:latin typeface="微软雅黑" panose="020B0503020204020204" pitchFamily="34" charset="-122"/>
                <a:ea typeface="微软雅黑" panose="020B0503020204020204" pitchFamily="34" charset="-122"/>
                <a:cs typeface="+mn-cs"/>
              </a:endParaRPr>
            </a:p>
          </p:txBody>
        </p:sp>
        <p:grpSp>
          <p:nvGrpSpPr>
            <p:cNvPr id="10" name="组合 9"/>
            <p:cNvGrpSpPr/>
            <p:nvPr/>
          </p:nvGrpSpPr>
          <p:grpSpPr>
            <a:xfrm>
              <a:off x="104893" y="212094"/>
              <a:ext cx="616631" cy="616631"/>
              <a:chOff x="104893" y="212094"/>
              <a:chExt cx="616631" cy="616631"/>
            </a:xfrm>
          </p:grpSpPr>
          <p:sp>
            <p:nvSpPr>
              <p:cNvPr id="12" name="椭圆 11"/>
              <p:cNvSpPr/>
              <p:nvPr>
                <p:custDataLst>
                  <p:tags r:id="rId4"/>
                </p:custDataLst>
              </p:nvPr>
            </p:nvSpPr>
            <p:spPr>
              <a:xfrm>
                <a:off x="104893" y="212094"/>
                <a:ext cx="616631" cy="616631"/>
              </a:xfrm>
              <a:prstGeom prst="ellipse">
                <a:avLst/>
              </a:prstGeom>
              <a:solidFill>
                <a:srgbClr val="0A23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pic>
            <p:nvPicPr>
              <p:cNvPr id="27" name="图形 26"/>
              <p:cNvPicPr>
                <a:picLocks noChangeAspect="1"/>
              </p:cNvPicPr>
              <p:nvPr>
                <p:custDataLst>
                  <p:tags r:id="rId5"/>
                </p:custDataLst>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7639" y="296991"/>
                <a:ext cx="480163" cy="480163"/>
              </a:xfrm>
              <a:prstGeom prst="rect">
                <a:avLst/>
              </a:prstGeom>
            </p:spPr>
          </p:pic>
        </p:grpSp>
        <p:grpSp>
          <p:nvGrpSpPr>
            <p:cNvPr id="17" name="组合 16"/>
            <p:cNvGrpSpPr/>
            <p:nvPr/>
          </p:nvGrpSpPr>
          <p:grpSpPr>
            <a:xfrm>
              <a:off x="0" y="725368"/>
              <a:ext cx="5206482" cy="114300"/>
              <a:chOff x="0" y="998538"/>
              <a:chExt cx="5206482" cy="114300"/>
            </a:xfrm>
          </p:grpSpPr>
          <p:sp>
            <p:nvSpPr>
              <p:cNvPr id="21" name="矩形 20"/>
              <p:cNvSpPr/>
              <p:nvPr>
                <p:custDataLst>
                  <p:tags r:id="rId2"/>
                </p:custDataLst>
              </p:nvPr>
            </p:nvSpPr>
            <p:spPr>
              <a:xfrm>
                <a:off x="0" y="998538"/>
                <a:ext cx="800100" cy="114300"/>
              </a:xfrm>
              <a:prstGeom prst="rect">
                <a:avLst/>
              </a:prstGeom>
              <a:solidFill>
                <a:srgbClr val="0A238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cxnSp>
            <p:nvCxnSpPr>
              <p:cNvPr id="28" name="直接连接符 27"/>
              <p:cNvCxnSpPr/>
              <p:nvPr>
                <p:custDataLst>
                  <p:tags r:id="rId3"/>
                </p:custDataLst>
              </p:nvPr>
            </p:nvCxnSpPr>
            <p:spPr>
              <a:xfrm>
                <a:off x="911468" y="1084263"/>
                <a:ext cx="4295014" cy="0"/>
              </a:xfrm>
              <a:prstGeom prst="line">
                <a:avLst/>
              </a:prstGeom>
              <a:ln>
                <a:solidFill>
                  <a:srgbClr val="0A238C"/>
                </a:solidFill>
              </a:ln>
            </p:spPr>
            <p:style>
              <a:lnRef idx="1">
                <a:schemeClr val="accent1"/>
              </a:lnRef>
              <a:fillRef idx="0">
                <a:schemeClr val="accent1"/>
              </a:fillRef>
              <a:effectRef idx="0">
                <a:schemeClr val="accent1"/>
              </a:effectRef>
              <a:fontRef idx="minor">
                <a:schemeClr val="tx1"/>
              </a:fontRef>
            </p:style>
          </p:cxnSp>
        </p:grpSp>
      </p:grpSp>
      <p:sp>
        <p:nvSpPr>
          <p:cNvPr id="3"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p:cNvSpPr>
            <a:spLocks noChangeArrowheads="1"/>
          </p:cNvSpPr>
          <p:nvPr/>
        </p:nvSpPr>
        <p:spPr bwMode="auto">
          <a:xfrm>
            <a:off x="4999383" y="8396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文本框 8"/>
          <p:cNvSpPr txBox="1"/>
          <p:nvPr/>
        </p:nvSpPr>
        <p:spPr>
          <a:xfrm>
            <a:off x="309245" y="913765"/>
            <a:ext cx="10887075" cy="1223412"/>
          </a:xfrm>
          <a:prstGeom prst="rect">
            <a:avLst/>
          </a:prstGeom>
          <a:noFill/>
        </p:spPr>
        <p:txBody>
          <a:bodyPr wrap="square" rtlCol="0">
            <a:spAutoFit/>
          </a:bodyPr>
          <a:lstStyle/>
          <a:p>
            <a:pPr marL="0" marR="0" lvl="0" algn="l" defTabSz="457200" rtl="0" eaLnBrk="1" fontAlgn="auto" latinLnBrk="0" hangingPunct="1">
              <a:lnSpc>
                <a:spcPct val="200000"/>
              </a:lnSpc>
              <a:spcBef>
                <a:spcPts val="900"/>
              </a:spcBef>
              <a:buClrTx/>
              <a:buSzTx/>
              <a:buFontTx/>
              <a:buNone/>
              <a:defRPr/>
            </a:pPr>
            <a:r>
              <a:rPr lang="zh-CN" altLang="en-US" sz="2200" dirty="0">
                <a:solidFill>
                  <a:srgbClr val="1F497D">
                    <a:lumMod val="60000"/>
                    <a:lumOff val="40000"/>
                  </a:srgbClr>
                </a:solidFill>
                <a:effectLst>
                  <a:outerShdw blurRad="38100" dist="19050" dir="2700000" algn="tl" rotWithShape="0">
                    <a:prstClr val="black">
                      <a:alpha val="40000"/>
                      <a:alpha val="40000"/>
                    </a:prstClr>
                  </a:outerShdw>
                </a:effectLst>
                <a:latin typeface="黑体" panose="02010600030101010101" charset="-122"/>
                <a:ea typeface="黑体" panose="02010600030101010101" charset="-122"/>
              </a:rPr>
              <a:t>代码成果</a:t>
            </a:r>
          </a:p>
          <a:p>
            <a:pPr marL="0" marR="0" lvl="0" indent="457200" algn="l" defTabSz="457200" rtl="0" eaLnBrk="1" fontAlgn="auto" latinLnBrk="0" hangingPunct="1">
              <a:lnSpc>
                <a:spcPct val="100000"/>
              </a:lnSpc>
              <a:spcBef>
                <a:spcPts val="900"/>
              </a:spcBef>
              <a:buClrTx/>
              <a:buSzTx/>
              <a:buFontTx/>
              <a:buNone/>
            </a:pPr>
            <a:r>
              <a:rPr lang="en-US" altLang="zh-CN" sz="2200" dirty="0">
                <a:latin typeface="黑体" panose="02010600030101010101" charset="-122"/>
                <a:ea typeface="黑体" panose="02010600030101010101" charset="-122"/>
              </a:rPr>
              <a:t>·已开发出完整的一套水下图像目标检测</a:t>
            </a:r>
            <a:r>
              <a:rPr lang="zh-CN" altLang="en-US" sz="2200" dirty="0">
                <a:latin typeface="黑体" panose="02010600030101010101" charset="-122"/>
                <a:ea typeface="黑体" panose="02010600030101010101" charset="-122"/>
              </a:rPr>
              <a:t>算法</a:t>
            </a:r>
            <a:r>
              <a:rPr lang="en-US" altLang="zh-CN" sz="2200" dirty="0">
                <a:latin typeface="黑体" panose="02010600030101010101" charset="-122"/>
                <a:ea typeface="黑体" panose="02010600030101010101" charset="-122"/>
              </a:rPr>
              <a:t>，</a:t>
            </a:r>
            <a:r>
              <a:rPr lang="zh-CN" altLang="en-US" sz="2200" dirty="0">
                <a:latin typeface="黑体" panose="02010600030101010101" charset="-122"/>
                <a:ea typeface="黑体" panose="02010600030101010101" charset="-122"/>
              </a:rPr>
              <a:t>并且成功部署到</a:t>
            </a:r>
            <a:r>
              <a:rPr lang="en-US" altLang="zh-CN" sz="2200" dirty="0">
                <a:latin typeface="黑体" panose="02010600030101010101" charset="-122"/>
                <a:ea typeface="黑体" panose="02010600030101010101" charset="-122"/>
              </a:rPr>
              <a:t>html</a:t>
            </a:r>
            <a:r>
              <a:rPr lang="zh-CN" altLang="en-US" sz="2200" dirty="0">
                <a:latin typeface="黑体" panose="02010600030101010101" charset="-122"/>
                <a:ea typeface="黑体" panose="02010600030101010101" charset="-122"/>
              </a:rPr>
              <a:t>端</a:t>
            </a:r>
            <a:r>
              <a:rPr lang="en-US" altLang="zh-CN" sz="2200" dirty="0">
                <a:latin typeface="黑体" panose="02010600030101010101" charset="-122"/>
                <a:ea typeface="黑体" panose="02010600030101010101" charset="-122"/>
              </a:rPr>
              <a:t>。</a:t>
            </a:r>
          </a:p>
        </p:txBody>
      </p:sp>
      <p:pic>
        <p:nvPicPr>
          <p:cNvPr id="7" name="图片 6" descr="截屏2025-03-04 13.42.05">
            <a:extLst>
              <a:ext uri="{FF2B5EF4-FFF2-40B4-BE49-F238E27FC236}">
                <a16:creationId xmlns:a16="http://schemas.microsoft.com/office/drawing/2014/main" id="{6AE76D63-C75F-FA51-1336-BB8476144D29}"/>
              </a:ext>
            </a:extLst>
          </p:cNvPr>
          <p:cNvPicPr>
            <a:picLocks noChangeAspect="1"/>
          </p:cNvPicPr>
          <p:nvPr/>
        </p:nvPicPr>
        <p:blipFill>
          <a:blip r:embed="rId10"/>
          <a:stretch>
            <a:fillRect/>
          </a:stretch>
        </p:blipFill>
        <p:spPr>
          <a:xfrm>
            <a:off x="309245" y="2529205"/>
            <a:ext cx="5337175" cy="2874010"/>
          </a:xfrm>
          <a:prstGeom prst="rect">
            <a:avLst/>
          </a:prstGeom>
        </p:spPr>
      </p:pic>
      <p:pic>
        <p:nvPicPr>
          <p:cNvPr id="8" name="图片 7" descr="截屏2025-03-09 22.02.16">
            <a:extLst>
              <a:ext uri="{FF2B5EF4-FFF2-40B4-BE49-F238E27FC236}">
                <a16:creationId xmlns:a16="http://schemas.microsoft.com/office/drawing/2014/main" id="{0B5A93A4-CB2A-DA23-0640-68DECCAE2392}"/>
              </a:ext>
            </a:extLst>
          </p:cNvPr>
          <p:cNvPicPr>
            <a:picLocks noChangeAspect="1"/>
          </p:cNvPicPr>
          <p:nvPr/>
        </p:nvPicPr>
        <p:blipFill>
          <a:blip r:embed="rId11"/>
          <a:stretch>
            <a:fillRect/>
          </a:stretch>
        </p:blipFill>
        <p:spPr>
          <a:xfrm>
            <a:off x="6096000" y="2529205"/>
            <a:ext cx="5358130" cy="288036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2455F-FEF7-F21C-D83B-FECAB829AD3D}"/>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DED18B97-E74A-A8EA-BE68-A7A81D803F2D}"/>
              </a:ext>
            </a:extLst>
          </p:cNvPr>
          <p:cNvGrpSpPr/>
          <p:nvPr/>
        </p:nvGrpSpPr>
        <p:grpSpPr>
          <a:xfrm>
            <a:off x="0" y="212094"/>
            <a:ext cx="5206482" cy="1046480"/>
            <a:chOff x="0" y="212094"/>
            <a:chExt cx="5206482" cy="1046480"/>
          </a:xfrm>
        </p:grpSpPr>
        <p:sp>
          <p:nvSpPr>
            <p:cNvPr id="5" name="文本框 4">
              <a:extLst>
                <a:ext uri="{FF2B5EF4-FFF2-40B4-BE49-F238E27FC236}">
                  <a16:creationId xmlns:a16="http://schemas.microsoft.com/office/drawing/2014/main" id="{2E3010F1-F718-1A9B-C507-98739B3F00F0}"/>
                </a:ext>
              </a:extLst>
            </p:cNvPr>
            <p:cNvSpPr txBox="1"/>
            <p:nvPr>
              <p:custDataLst>
                <p:tags r:id="rId1"/>
              </p:custDataLst>
            </p:nvPr>
          </p:nvSpPr>
          <p:spPr>
            <a:xfrm>
              <a:off x="815975" y="305439"/>
              <a:ext cx="4064000" cy="953135"/>
            </a:xfrm>
            <a:prstGeom prst="rect">
              <a:avLst/>
            </a:prstGeom>
            <a:noFill/>
          </p:spPr>
          <p:txBody>
            <a:bodyPr wrap="square" rtlCol="0">
              <a:spAutoFit/>
            </a:bodyPr>
            <a:lstStyle/>
            <a:p>
              <a:pPr>
                <a:defRPr/>
              </a:pPr>
              <a:r>
                <a:rPr kumimoji="1" lang="en-US" altLang="zh-CN" sz="2800" b="1" dirty="0">
                  <a:solidFill>
                    <a:srgbClr val="0A238C"/>
                  </a:solidFill>
                  <a:latin typeface="微软雅黑" panose="020B0503020204020204" pitchFamily="34" charset="-122"/>
                  <a:ea typeface="微软雅黑" panose="020B0503020204020204" pitchFamily="34" charset="-122"/>
                </a:rPr>
                <a:t>03 </a:t>
              </a:r>
              <a:r>
                <a:rPr kumimoji="1" lang="zh-CN" altLang="en-US" sz="2800" b="1" dirty="0">
                  <a:solidFill>
                    <a:srgbClr val="0A238C"/>
                  </a:solidFill>
                  <a:latin typeface="微软雅黑" panose="020B0503020204020204" pitchFamily="34" charset="-122"/>
                  <a:ea typeface="微软雅黑" panose="020B0503020204020204" pitchFamily="34" charset="-122"/>
                </a:rPr>
                <a:t>成果展示</a:t>
              </a:r>
            </a:p>
            <a:p>
              <a:pPr>
                <a:defRPr/>
              </a:pPr>
              <a:endParaRPr kumimoji="1" lang="zh-CN" altLang="en-US" sz="2800" b="1" i="0" u="none" strike="noStrike" kern="1200" cap="none" spc="0" normalizeH="0" baseline="0" noProof="0" dirty="0">
                <a:ln>
                  <a:noFill/>
                </a:ln>
                <a:solidFill>
                  <a:srgbClr val="0A238C"/>
                </a:solidFill>
                <a:effectLst/>
                <a:uLnTx/>
                <a:uFillTx/>
                <a:latin typeface="微软雅黑" panose="020B0503020204020204" pitchFamily="34" charset="-122"/>
                <a:ea typeface="微软雅黑" panose="020B0503020204020204" pitchFamily="34" charset="-122"/>
                <a:cs typeface="+mn-cs"/>
              </a:endParaRPr>
            </a:p>
          </p:txBody>
        </p:sp>
        <p:grpSp>
          <p:nvGrpSpPr>
            <p:cNvPr id="10" name="组合 9">
              <a:extLst>
                <a:ext uri="{FF2B5EF4-FFF2-40B4-BE49-F238E27FC236}">
                  <a16:creationId xmlns:a16="http://schemas.microsoft.com/office/drawing/2014/main" id="{004DCA15-2F31-9437-D049-C39E96EF14EC}"/>
                </a:ext>
              </a:extLst>
            </p:cNvPr>
            <p:cNvGrpSpPr/>
            <p:nvPr/>
          </p:nvGrpSpPr>
          <p:grpSpPr>
            <a:xfrm>
              <a:off x="104893" y="212094"/>
              <a:ext cx="616631" cy="616631"/>
              <a:chOff x="104893" y="212094"/>
              <a:chExt cx="616631" cy="616631"/>
            </a:xfrm>
          </p:grpSpPr>
          <p:sp>
            <p:nvSpPr>
              <p:cNvPr id="12" name="椭圆 11">
                <a:extLst>
                  <a:ext uri="{FF2B5EF4-FFF2-40B4-BE49-F238E27FC236}">
                    <a16:creationId xmlns:a16="http://schemas.microsoft.com/office/drawing/2014/main" id="{9EF26250-61E9-6900-9D08-2D456EAEF243}"/>
                  </a:ext>
                </a:extLst>
              </p:cNvPr>
              <p:cNvSpPr/>
              <p:nvPr>
                <p:custDataLst>
                  <p:tags r:id="rId4"/>
                </p:custDataLst>
              </p:nvPr>
            </p:nvSpPr>
            <p:spPr>
              <a:xfrm>
                <a:off x="104893" y="212094"/>
                <a:ext cx="616631" cy="616631"/>
              </a:xfrm>
              <a:prstGeom prst="ellipse">
                <a:avLst/>
              </a:prstGeom>
              <a:solidFill>
                <a:srgbClr val="0A23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pic>
            <p:nvPicPr>
              <p:cNvPr id="27" name="图形 26">
                <a:extLst>
                  <a:ext uri="{FF2B5EF4-FFF2-40B4-BE49-F238E27FC236}">
                    <a16:creationId xmlns:a16="http://schemas.microsoft.com/office/drawing/2014/main" id="{04256245-671D-1B77-365D-2282E9278D8C}"/>
                  </a:ext>
                </a:extLst>
              </p:cNvPr>
              <p:cNvPicPr>
                <a:picLocks noChangeAspect="1"/>
              </p:cNvPicPr>
              <p:nvPr>
                <p:custDataLst>
                  <p:tags r:id="rId5"/>
                </p:custDataLst>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7639" y="296991"/>
                <a:ext cx="480163" cy="480163"/>
              </a:xfrm>
              <a:prstGeom prst="rect">
                <a:avLst/>
              </a:prstGeom>
            </p:spPr>
          </p:pic>
        </p:grpSp>
        <p:grpSp>
          <p:nvGrpSpPr>
            <p:cNvPr id="17" name="组合 16">
              <a:extLst>
                <a:ext uri="{FF2B5EF4-FFF2-40B4-BE49-F238E27FC236}">
                  <a16:creationId xmlns:a16="http://schemas.microsoft.com/office/drawing/2014/main" id="{D3AF409A-D218-5B9A-2F64-BDD948E09845}"/>
                </a:ext>
              </a:extLst>
            </p:cNvPr>
            <p:cNvGrpSpPr/>
            <p:nvPr/>
          </p:nvGrpSpPr>
          <p:grpSpPr>
            <a:xfrm>
              <a:off x="0" y="725368"/>
              <a:ext cx="5206482" cy="114300"/>
              <a:chOff x="0" y="998538"/>
              <a:chExt cx="5206482" cy="114300"/>
            </a:xfrm>
          </p:grpSpPr>
          <p:sp>
            <p:nvSpPr>
              <p:cNvPr id="21" name="矩形 20">
                <a:extLst>
                  <a:ext uri="{FF2B5EF4-FFF2-40B4-BE49-F238E27FC236}">
                    <a16:creationId xmlns:a16="http://schemas.microsoft.com/office/drawing/2014/main" id="{B392F397-57A6-C903-5890-0FC561BFF621}"/>
                  </a:ext>
                </a:extLst>
              </p:cNvPr>
              <p:cNvSpPr/>
              <p:nvPr>
                <p:custDataLst>
                  <p:tags r:id="rId2"/>
                </p:custDataLst>
              </p:nvPr>
            </p:nvSpPr>
            <p:spPr>
              <a:xfrm>
                <a:off x="0" y="998538"/>
                <a:ext cx="800100" cy="114300"/>
              </a:xfrm>
              <a:prstGeom prst="rect">
                <a:avLst/>
              </a:prstGeom>
              <a:solidFill>
                <a:srgbClr val="0A238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cxnSp>
            <p:nvCxnSpPr>
              <p:cNvPr id="28" name="直接连接符 27">
                <a:extLst>
                  <a:ext uri="{FF2B5EF4-FFF2-40B4-BE49-F238E27FC236}">
                    <a16:creationId xmlns:a16="http://schemas.microsoft.com/office/drawing/2014/main" id="{349E096E-F7A6-5CEB-B9DE-59129E9656DE}"/>
                  </a:ext>
                </a:extLst>
              </p:cNvPr>
              <p:cNvCxnSpPr/>
              <p:nvPr>
                <p:custDataLst>
                  <p:tags r:id="rId3"/>
                </p:custDataLst>
              </p:nvPr>
            </p:nvCxnSpPr>
            <p:spPr>
              <a:xfrm>
                <a:off x="911468" y="1084263"/>
                <a:ext cx="4295014" cy="0"/>
              </a:xfrm>
              <a:prstGeom prst="line">
                <a:avLst/>
              </a:prstGeom>
              <a:ln>
                <a:solidFill>
                  <a:srgbClr val="0A238C"/>
                </a:solidFill>
              </a:ln>
            </p:spPr>
            <p:style>
              <a:lnRef idx="1">
                <a:schemeClr val="accent1"/>
              </a:lnRef>
              <a:fillRef idx="0">
                <a:schemeClr val="accent1"/>
              </a:fillRef>
              <a:effectRef idx="0">
                <a:schemeClr val="accent1"/>
              </a:effectRef>
              <a:fontRef idx="minor">
                <a:schemeClr val="tx1"/>
              </a:fontRef>
            </p:style>
          </p:cxnSp>
        </p:grpSp>
      </p:grpSp>
      <p:sp>
        <p:nvSpPr>
          <p:cNvPr id="3" name="Rectangle 2">
            <a:extLst>
              <a:ext uri="{FF2B5EF4-FFF2-40B4-BE49-F238E27FC236}">
                <a16:creationId xmlns:a16="http://schemas.microsoft.com/office/drawing/2014/main" id="{6D08A969-32D8-86A8-B68E-3484C7706C2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a:extLst>
              <a:ext uri="{FF2B5EF4-FFF2-40B4-BE49-F238E27FC236}">
                <a16:creationId xmlns:a16="http://schemas.microsoft.com/office/drawing/2014/main" id="{ABB229B0-C483-EC11-45B2-131535F5D071}"/>
              </a:ext>
            </a:extLst>
          </p:cNvPr>
          <p:cNvSpPr>
            <a:spLocks noChangeArrowheads="1"/>
          </p:cNvSpPr>
          <p:nvPr/>
        </p:nvSpPr>
        <p:spPr bwMode="auto">
          <a:xfrm>
            <a:off x="4999383" y="8396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文本框 8">
            <a:extLst>
              <a:ext uri="{FF2B5EF4-FFF2-40B4-BE49-F238E27FC236}">
                <a16:creationId xmlns:a16="http://schemas.microsoft.com/office/drawing/2014/main" id="{5B222CFB-620B-26B0-0BFD-B4826449B4A3}"/>
              </a:ext>
            </a:extLst>
          </p:cNvPr>
          <p:cNvSpPr txBox="1"/>
          <p:nvPr/>
        </p:nvSpPr>
        <p:spPr>
          <a:xfrm>
            <a:off x="309245" y="913765"/>
            <a:ext cx="5390665" cy="3939540"/>
          </a:xfrm>
          <a:prstGeom prst="rect">
            <a:avLst/>
          </a:prstGeom>
          <a:noFill/>
        </p:spPr>
        <p:txBody>
          <a:bodyPr wrap="square" rtlCol="0">
            <a:spAutoFit/>
          </a:bodyPr>
          <a:lstStyle/>
          <a:p>
            <a:pPr marL="0" marR="0" lvl="0" algn="l" defTabSz="457200" rtl="0" eaLnBrk="1" fontAlgn="auto" latinLnBrk="0" hangingPunct="1">
              <a:lnSpc>
                <a:spcPct val="200000"/>
              </a:lnSpc>
              <a:spcBef>
                <a:spcPts val="900"/>
              </a:spcBef>
              <a:buClrTx/>
              <a:buSzTx/>
              <a:buFontTx/>
              <a:buNone/>
              <a:defRPr/>
            </a:pPr>
            <a:r>
              <a:rPr lang="zh-CN" altLang="en-US" sz="2200" dirty="0">
                <a:solidFill>
                  <a:srgbClr val="1F497D">
                    <a:lumMod val="60000"/>
                    <a:lumOff val="40000"/>
                  </a:srgbClr>
                </a:solidFill>
                <a:effectLst>
                  <a:outerShdw blurRad="38100" dist="19050" dir="2700000" algn="tl" rotWithShape="0">
                    <a:prstClr val="black">
                      <a:alpha val="40000"/>
                      <a:alpha val="40000"/>
                    </a:prstClr>
                  </a:outerShdw>
                </a:effectLst>
                <a:latin typeface="黑体" panose="02010600030101010101" charset="-122"/>
                <a:ea typeface="黑体" panose="02010600030101010101" charset="-122"/>
              </a:rPr>
              <a:t>学术成果</a:t>
            </a:r>
          </a:p>
          <a:p>
            <a:pPr indent="457200">
              <a:spcBef>
                <a:spcPts val="900"/>
              </a:spcBef>
            </a:pPr>
            <a:r>
              <a:rPr lang="en-US" altLang="zh-CN" sz="2200" dirty="0">
                <a:latin typeface="黑体" panose="02010600030101010101" charset="-122"/>
                <a:ea typeface="黑体" panose="02010600030101010101" charset="-122"/>
              </a:rPr>
              <a:t>·</a:t>
            </a:r>
            <a:r>
              <a:rPr lang="zh-CN" altLang="en-US" sz="2200" dirty="0">
                <a:latin typeface="黑体" panose="02010600030101010101" charset="-122"/>
                <a:ea typeface="黑体" panose="02010600030101010101" charset="-122"/>
              </a:rPr>
              <a:t>已申请专利一项</a:t>
            </a:r>
            <a:r>
              <a:rPr lang="en-US" altLang="zh-CN" sz="2200" dirty="0">
                <a:latin typeface="黑体" panose="02010600030101010101" charset="-122"/>
                <a:ea typeface="黑体" panose="02010600030101010101" charset="-122"/>
              </a:rPr>
              <a:t>——</a:t>
            </a:r>
            <a:r>
              <a:rPr lang="zh-CN" altLang="en-US" sz="2200" dirty="0">
                <a:latin typeface="黑体" panose="02010600030101010101" charset="-122"/>
                <a:ea typeface="黑体" panose="02010600030101010101" charset="-122"/>
              </a:rPr>
              <a:t>《一种基于改进</a:t>
            </a:r>
            <a:r>
              <a:rPr lang="en-US" altLang="zh-CN" sz="2200" dirty="0">
                <a:latin typeface="黑体" panose="02010600030101010101" charset="-122"/>
                <a:ea typeface="黑体" panose="02010600030101010101" charset="-122"/>
              </a:rPr>
              <a:t>YOLOv8</a:t>
            </a:r>
            <a:r>
              <a:rPr lang="zh-CN" altLang="en-US" sz="2200" dirty="0">
                <a:latin typeface="黑体" panose="02010600030101010101" charset="-122"/>
                <a:ea typeface="黑体" panose="02010600030101010101" charset="-122"/>
              </a:rPr>
              <a:t>的水下目标检测方法》获受理（受理号：</a:t>
            </a:r>
            <a:r>
              <a:rPr lang="en-US" altLang="zh-CN" sz="2200" dirty="0">
                <a:latin typeface="黑体" panose="02010600030101010101" charset="-122"/>
                <a:ea typeface="黑体" panose="02010600030101010101" charset="-122"/>
              </a:rPr>
              <a:t>2025102917475</a:t>
            </a:r>
            <a:r>
              <a:rPr lang="zh-CN" altLang="en-US" sz="2200" dirty="0">
                <a:latin typeface="黑体" panose="02010600030101010101" charset="-122"/>
                <a:ea typeface="黑体" panose="02010600030101010101" charset="-122"/>
              </a:rPr>
              <a:t>）</a:t>
            </a:r>
            <a:endParaRPr lang="en-US" altLang="zh-CN" sz="2200" dirty="0">
              <a:latin typeface="黑体" panose="02010600030101010101" charset="-122"/>
              <a:ea typeface="黑体" panose="02010600030101010101" charset="-122"/>
            </a:endParaRPr>
          </a:p>
          <a:p>
            <a:pPr indent="457200">
              <a:spcBef>
                <a:spcPts val="900"/>
              </a:spcBef>
            </a:pPr>
            <a:r>
              <a:rPr lang="en-US" altLang="zh-CN" sz="2200" dirty="0">
                <a:latin typeface="黑体" panose="02010600030101010101" charset="-122"/>
                <a:ea typeface="黑体" panose="02010600030101010101" charset="-122"/>
              </a:rPr>
              <a:t>·</a:t>
            </a:r>
            <a:r>
              <a:rPr lang="zh-CN" altLang="en-US" sz="2200" dirty="0">
                <a:latin typeface="黑体" panose="02010600030101010101" charset="-122"/>
                <a:ea typeface="黑体" panose="02010600030101010101" charset="-122"/>
              </a:rPr>
              <a:t>已申请软件著作权一项</a:t>
            </a:r>
            <a:r>
              <a:rPr lang="en-US" altLang="zh-CN" sz="2200" dirty="0">
                <a:latin typeface="黑体" panose="02010600030101010101" charset="-122"/>
                <a:ea typeface="黑体" panose="02010600030101010101" charset="-122"/>
              </a:rPr>
              <a:t>——《</a:t>
            </a:r>
            <a:r>
              <a:rPr lang="zh-CN" altLang="en-US" sz="2200" dirty="0">
                <a:latin typeface="黑体" panose="02010600030101010101" charset="-122"/>
                <a:ea typeface="黑体" panose="02010600030101010101" charset="-122"/>
              </a:rPr>
              <a:t>基于深度学习的水下图像清晰化与目标检测平台</a:t>
            </a:r>
            <a:r>
              <a:rPr lang="en-US" altLang="zh-CN" sz="2200" dirty="0">
                <a:latin typeface="黑体" panose="02010600030101010101" charset="-122"/>
                <a:ea typeface="黑体" panose="02010600030101010101" charset="-122"/>
              </a:rPr>
              <a:t>V1.0》</a:t>
            </a:r>
            <a:r>
              <a:rPr lang="zh-CN" altLang="en-US" sz="2200" dirty="0">
                <a:latin typeface="黑体" panose="02010600030101010101" charset="-122"/>
                <a:ea typeface="黑体" panose="02010600030101010101" charset="-122"/>
              </a:rPr>
              <a:t>获登记（登记号：</a:t>
            </a:r>
            <a:r>
              <a:rPr lang="en-US" altLang="zh-CN" sz="2200" dirty="0">
                <a:latin typeface="黑体" panose="02010600030101010101" charset="-122"/>
                <a:ea typeface="黑体" panose="02010600030101010101" charset="-122"/>
              </a:rPr>
              <a:t>2025SR0806055</a:t>
            </a:r>
            <a:r>
              <a:rPr lang="zh-CN" altLang="en-US" sz="2200" dirty="0">
                <a:latin typeface="黑体" panose="02010600030101010101" charset="-122"/>
                <a:ea typeface="黑体" panose="02010600030101010101" charset="-122"/>
              </a:rPr>
              <a:t>）</a:t>
            </a:r>
            <a:endParaRPr lang="en-US" altLang="zh-CN" sz="2200" dirty="0">
              <a:latin typeface="黑体" panose="02010600030101010101" charset="-122"/>
              <a:ea typeface="黑体" panose="02010600030101010101" charset="-122"/>
            </a:endParaRPr>
          </a:p>
          <a:p>
            <a:pPr indent="457200">
              <a:spcBef>
                <a:spcPts val="900"/>
              </a:spcBef>
            </a:pPr>
            <a:endParaRPr lang="en-US" altLang="zh-CN" sz="2200" dirty="0">
              <a:latin typeface="黑体" panose="02010600030101010101" charset="-122"/>
              <a:ea typeface="黑体" panose="02010600030101010101" charset="-122"/>
            </a:endParaRPr>
          </a:p>
          <a:p>
            <a:pPr indent="457200">
              <a:spcBef>
                <a:spcPts val="900"/>
              </a:spcBef>
            </a:pPr>
            <a:r>
              <a:rPr lang="zh-CN" altLang="en-US" sz="2200" dirty="0">
                <a:latin typeface="黑体" panose="02010600030101010101" charset="-122"/>
                <a:ea typeface="黑体" panose="02010600030101010101" charset="-122"/>
              </a:rPr>
              <a:t>体现技术创新性与法律保护。</a:t>
            </a:r>
            <a:endParaRPr lang="en-US" altLang="zh-CN" sz="2200" dirty="0">
              <a:latin typeface="黑体" panose="02010600030101010101" charset="-122"/>
              <a:ea typeface="黑体" panose="02010600030101010101" charset="-122"/>
            </a:endParaRPr>
          </a:p>
        </p:txBody>
      </p:sp>
      <p:pic>
        <p:nvPicPr>
          <p:cNvPr id="4" name="图片 3">
            <a:extLst>
              <a:ext uri="{FF2B5EF4-FFF2-40B4-BE49-F238E27FC236}">
                <a16:creationId xmlns:a16="http://schemas.microsoft.com/office/drawing/2014/main" id="{04F4AC2E-7479-C016-8C83-86EA977D940C}"/>
              </a:ext>
            </a:extLst>
          </p:cNvPr>
          <p:cNvPicPr>
            <a:picLocks noChangeAspect="1"/>
          </p:cNvPicPr>
          <p:nvPr/>
        </p:nvPicPr>
        <p:blipFill>
          <a:blip r:embed="rId10"/>
          <a:stretch>
            <a:fillRect/>
          </a:stretch>
        </p:blipFill>
        <p:spPr>
          <a:xfrm>
            <a:off x="9032240" y="1108664"/>
            <a:ext cx="3159760" cy="4472455"/>
          </a:xfrm>
          <a:prstGeom prst="rect">
            <a:avLst/>
          </a:prstGeom>
        </p:spPr>
      </p:pic>
      <p:pic>
        <p:nvPicPr>
          <p:cNvPr id="8" name="图片 7">
            <a:extLst>
              <a:ext uri="{FF2B5EF4-FFF2-40B4-BE49-F238E27FC236}">
                <a16:creationId xmlns:a16="http://schemas.microsoft.com/office/drawing/2014/main" id="{32B75460-5843-A585-BA5E-8B071206F70F}"/>
              </a:ext>
            </a:extLst>
          </p:cNvPr>
          <p:cNvPicPr>
            <a:picLocks noChangeAspect="1"/>
          </p:cNvPicPr>
          <p:nvPr/>
        </p:nvPicPr>
        <p:blipFill>
          <a:blip r:embed="rId11"/>
          <a:stretch>
            <a:fillRect/>
          </a:stretch>
        </p:blipFill>
        <p:spPr>
          <a:xfrm>
            <a:off x="5713211" y="1108664"/>
            <a:ext cx="3305729" cy="4472456"/>
          </a:xfrm>
          <a:prstGeom prst="rect">
            <a:avLst/>
          </a:prstGeom>
        </p:spPr>
      </p:pic>
    </p:spTree>
    <p:extLst>
      <p:ext uri="{BB962C8B-B14F-4D97-AF65-F5344CB8AC3E}">
        <p14:creationId xmlns:p14="http://schemas.microsoft.com/office/powerpoint/2010/main" val="135190829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E4A35-7618-FB42-3AD0-CBA105031779}"/>
            </a:ext>
          </a:extLst>
        </p:cNvPr>
        <p:cNvGrpSpPr/>
        <p:nvPr/>
      </p:nvGrpSpPr>
      <p:grpSpPr>
        <a:xfrm>
          <a:off x="0" y="0"/>
          <a:ext cx="0" cy="0"/>
          <a:chOff x="0" y="0"/>
          <a:chExt cx="0" cy="0"/>
        </a:xfrm>
      </p:grpSpPr>
      <p:grpSp>
        <p:nvGrpSpPr>
          <p:cNvPr id="2" name="组合 1">
            <a:extLst>
              <a:ext uri="{FF2B5EF4-FFF2-40B4-BE49-F238E27FC236}">
                <a16:creationId xmlns:a16="http://schemas.microsoft.com/office/drawing/2014/main" id="{59CD789F-0E72-371C-6123-390A3F699B86}"/>
              </a:ext>
            </a:extLst>
          </p:cNvPr>
          <p:cNvGrpSpPr/>
          <p:nvPr/>
        </p:nvGrpSpPr>
        <p:grpSpPr>
          <a:xfrm>
            <a:off x="0" y="212094"/>
            <a:ext cx="5206482" cy="1046480"/>
            <a:chOff x="0" y="212094"/>
            <a:chExt cx="5206482" cy="1046480"/>
          </a:xfrm>
        </p:grpSpPr>
        <p:sp>
          <p:nvSpPr>
            <p:cNvPr id="5" name="文本框 4">
              <a:extLst>
                <a:ext uri="{FF2B5EF4-FFF2-40B4-BE49-F238E27FC236}">
                  <a16:creationId xmlns:a16="http://schemas.microsoft.com/office/drawing/2014/main" id="{79A94E44-8C81-F529-9357-FC65AC1B2C72}"/>
                </a:ext>
              </a:extLst>
            </p:cNvPr>
            <p:cNvSpPr txBox="1"/>
            <p:nvPr>
              <p:custDataLst>
                <p:tags r:id="rId1"/>
              </p:custDataLst>
            </p:nvPr>
          </p:nvSpPr>
          <p:spPr>
            <a:xfrm>
              <a:off x="815975" y="305439"/>
              <a:ext cx="4064000" cy="953135"/>
            </a:xfrm>
            <a:prstGeom prst="rect">
              <a:avLst/>
            </a:prstGeom>
            <a:noFill/>
          </p:spPr>
          <p:txBody>
            <a:bodyPr wrap="square" rtlCol="0">
              <a:spAutoFit/>
            </a:bodyPr>
            <a:lstStyle/>
            <a:p>
              <a:pPr>
                <a:defRPr/>
              </a:pPr>
              <a:r>
                <a:rPr kumimoji="1" lang="en-US" altLang="zh-CN" sz="2800" b="1" dirty="0">
                  <a:solidFill>
                    <a:srgbClr val="0A238C"/>
                  </a:solidFill>
                  <a:latin typeface="微软雅黑" panose="020B0503020204020204" pitchFamily="34" charset="-122"/>
                  <a:ea typeface="微软雅黑" panose="020B0503020204020204" pitchFamily="34" charset="-122"/>
                </a:rPr>
                <a:t>03 </a:t>
              </a:r>
              <a:r>
                <a:rPr kumimoji="1" lang="zh-CN" altLang="en-US" sz="2800" b="1" dirty="0">
                  <a:solidFill>
                    <a:srgbClr val="0A238C"/>
                  </a:solidFill>
                  <a:latin typeface="微软雅黑" panose="020B0503020204020204" pitchFamily="34" charset="-122"/>
                  <a:ea typeface="微软雅黑" panose="020B0503020204020204" pitchFamily="34" charset="-122"/>
                </a:rPr>
                <a:t>成果展示</a:t>
              </a:r>
            </a:p>
            <a:p>
              <a:pPr>
                <a:defRPr/>
              </a:pPr>
              <a:endParaRPr kumimoji="1" lang="zh-CN" altLang="en-US" sz="2800" b="1" i="0" u="none" strike="noStrike" kern="1200" cap="none" spc="0" normalizeH="0" baseline="0" noProof="0" dirty="0">
                <a:ln>
                  <a:noFill/>
                </a:ln>
                <a:solidFill>
                  <a:srgbClr val="0A238C"/>
                </a:solidFill>
                <a:effectLst/>
                <a:uLnTx/>
                <a:uFillTx/>
                <a:latin typeface="微软雅黑" panose="020B0503020204020204" pitchFamily="34" charset="-122"/>
                <a:ea typeface="微软雅黑" panose="020B0503020204020204" pitchFamily="34" charset="-122"/>
                <a:cs typeface="+mn-cs"/>
              </a:endParaRPr>
            </a:p>
          </p:txBody>
        </p:sp>
        <p:grpSp>
          <p:nvGrpSpPr>
            <p:cNvPr id="10" name="组合 9">
              <a:extLst>
                <a:ext uri="{FF2B5EF4-FFF2-40B4-BE49-F238E27FC236}">
                  <a16:creationId xmlns:a16="http://schemas.microsoft.com/office/drawing/2014/main" id="{0F835E6D-9966-C764-EFE7-0AED22ED4361}"/>
                </a:ext>
              </a:extLst>
            </p:cNvPr>
            <p:cNvGrpSpPr/>
            <p:nvPr/>
          </p:nvGrpSpPr>
          <p:grpSpPr>
            <a:xfrm>
              <a:off x="104893" y="212094"/>
              <a:ext cx="616631" cy="616631"/>
              <a:chOff x="104893" y="212094"/>
              <a:chExt cx="616631" cy="616631"/>
            </a:xfrm>
          </p:grpSpPr>
          <p:sp>
            <p:nvSpPr>
              <p:cNvPr id="12" name="椭圆 11">
                <a:extLst>
                  <a:ext uri="{FF2B5EF4-FFF2-40B4-BE49-F238E27FC236}">
                    <a16:creationId xmlns:a16="http://schemas.microsoft.com/office/drawing/2014/main" id="{33953548-F06A-95E4-C92B-A9D4305BBE89}"/>
                  </a:ext>
                </a:extLst>
              </p:cNvPr>
              <p:cNvSpPr/>
              <p:nvPr>
                <p:custDataLst>
                  <p:tags r:id="rId4"/>
                </p:custDataLst>
              </p:nvPr>
            </p:nvSpPr>
            <p:spPr>
              <a:xfrm>
                <a:off x="104893" y="212094"/>
                <a:ext cx="616631" cy="616631"/>
              </a:xfrm>
              <a:prstGeom prst="ellipse">
                <a:avLst/>
              </a:prstGeom>
              <a:solidFill>
                <a:srgbClr val="0A238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pic>
            <p:nvPicPr>
              <p:cNvPr id="27" name="图形 26">
                <a:extLst>
                  <a:ext uri="{FF2B5EF4-FFF2-40B4-BE49-F238E27FC236}">
                    <a16:creationId xmlns:a16="http://schemas.microsoft.com/office/drawing/2014/main" id="{8281A743-D7FF-69C2-AD52-4A3632FC0DD0}"/>
                  </a:ext>
                </a:extLst>
              </p:cNvPr>
              <p:cNvPicPr>
                <a:picLocks noChangeAspect="1"/>
              </p:cNvPicPr>
              <p:nvPr>
                <p:custDataLst>
                  <p:tags r:id="rId5"/>
                </p:custDataLst>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77639" y="296991"/>
                <a:ext cx="480163" cy="480163"/>
              </a:xfrm>
              <a:prstGeom prst="rect">
                <a:avLst/>
              </a:prstGeom>
            </p:spPr>
          </p:pic>
        </p:grpSp>
        <p:grpSp>
          <p:nvGrpSpPr>
            <p:cNvPr id="17" name="组合 16">
              <a:extLst>
                <a:ext uri="{FF2B5EF4-FFF2-40B4-BE49-F238E27FC236}">
                  <a16:creationId xmlns:a16="http://schemas.microsoft.com/office/drawing/2014/main" id="{9519A661-26D9-EAD0-C337-DEEED77D0D69}"/>
                </a:ext>
              </a:extLst>
            </p:cNvPr>
            <p:cNvGrpSpPr/>
            <p:nvPr/>
          </p:nvGrpSpPr>
          <p:grpSpPr>
            <a:xfrm>
              <a:off x="0" y="725368"/>
              <a:ext cx="5206482" cy="114300"/>
              <a:chOff x="0" y="998538"/>
              <a:chExt cx="5206482" cy="114300"/>
            </a:xfrm>
          </p:grpSpPr>
          <p:sp>
            <p:nvSpPr>
              <p:cNvPr id="21" name="矩形 20">
                <a:extLst>
                  <a:ext uri="{FF2B5EF4-FFF2-40B4-BE49-F238E27FC236}">
                    <a16:creationId xmlns:a16="http://schemas.microsoft.com/office/drawing/2014/main" id="{9392FD0B-E7E2-96F1-4BA6-3CB72050E0CF}"/>
                  </a:ext>
                </a:extLst>
              </p:cNvPr>
              <p:cNvSpPr/>
              <p:nvPr>
                <p:custDataLst>
                  <p:tags r:id="rId2"/>
                </p:custDataLst>
              </p:nvPr>
            </p:nvSpPr>
            <p:spPr>
              <a:xfrm>
                <a:off x="0" y="998538"/>
                <a:ext cx="800100" cy="114300"/>
              </a:xfrm>
              <a:prstGeom prst="rect">
                <a:avLst/>
              </a:prstGeom>
              <a:solidFill>
                <a:srgbClr val="0A238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12192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0" normalizeH="0" baseline="0" noProof="0">
                  <a:ln>
                    <a:noFill/>
                  </a:ln>
                  <a:solidFill>
                    <a:prstClr val="white"/>
                  </a:solidFill>
                  <a:effectLst/>
                  <a:uLnTx/>
                  <a:uFillTx/>
                  <a:latin typeface="Calibri" panose="020F0502020204030204"/>
                  <a:ea typeface="等线" panose="02010600030101010101" charset="-122"/>
                  <a:cs typeface="+mn-cs"/>
                </a:endParaRPr>
              </a:p>
            </p:txBody>
          </p:sp>
          <p:cxnSp>
            <p:nvCxnSpPr>
              <p:cNvPr id="28" name="直接连接符 27">
                <a:extLst>
                  <a:ext uri="{FF2B5EF4-FFF2-40B4-BE49-F238E27FC236}">
                    <a16:creationId xmlns:a16="http://schemas.microsoft.com/office/drawing/2014/main" id="{21C8AF81-59E3-D0AE-6068-F513F451A465}"/>
                  </a:ext>
                </a:extLst>
              </p:cNvPr>
              <p:cNvCxnSpPr/>
              <p:nvPr>
                <p:custDataLst>
                  <p:tags r:id="rId3"/>
                </p:custDataLst>
              </p:nvPr>
            </p:nvCxnSpPr>
            <p:spPr>
              <a:xfrm>
                <a:off x="911468" y="1084263"/>
                <a:ext cx="4295014" cy="0"/>
              </a:xfrm>
              <a:prstGeom prst="line">
                <a:avLst/>
              </a:prstGeom>
              <a:ln>
                <a:solidFill>
                  <a:srgbClr val="0A238C"/>
                </a:solidFill>
              </a:ln>
            </p:spPr>
            <p:style>
              <a:lnRef idx="1">
                <a:schemeClr val="accent1"/>
              </a:lnRef>
              <a:fillRef idx="0">
                <a:schemeClr val="accent1"/>
              </a:fillRef>
              <a:effectRef idx="0">
                <a:schemeClr val="accent1"/>
              </a:effectRef>
              <a:fontRef idx="minor">
                <a:schemeClr val="tx1"/>
              </a:fontRef>
            </p:style>
          </p:cxnSp>
        </p:grpSp>
      </p:grpSp>
      <p:sp>
        <p:nvSpPr>
          <p:cNvPr id="3" name="Rectangle 2">
            <a:extLst>
              <a:ext uri="{FF2B5EF4-FFF2-40B4-BE49-F238E27FC236}">
                <a16:creationId xmlns:a16="http://schemas.microsoft.com/office/drawing/2014/main" id="{059662FA-6C29-4170-1B69-33B73A335704}"/>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6" name="Rectangle 4">
            <a:extLst>
              <a:ext uri="{FF2B5EF4-FFF2-40B4-BE49-F238E27FC236}">
                <a16:creationId xmlns:a16="http://schemas.microsoft.com/office/drawing/2014/main" id="{5FF7FC79-E891-5B69-653F-23C64517A04A}"/>
              </a:ext>
            </a:extLst>
          </p:cNvPr>
          <p:cNvSpPr>
            <a:spLocks noChangeArrowheads="1"/>
          </p:cNvSpPr>
          <p:nvPr/>
        </p:nvSpPr>
        <p:spPr bwMode="auto">
          <a:xfrm>
            <a:off x="4999383" y="83966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9" name="文本框 8">
            <a:extLst>
              <a:ext uri="{FF2B5EF4-FFF2-40B4-BE49-F238E27FC236}">
                <a16:creationId xmlns:a16="http://schemas.microsoft.com/office/drawing/2014/main" id="{F297B2F7-F3D0-1C51-F33F-B3E3CE079B35}"/>
              </a:ext>
            </a:extLst>
          </p:cNvPr>
          <p:cNvSpPr txBox="1"/>
          <p:nvPr/>
        </p:nvSpPr>
        <p:spPr>
          <a:xfrm>
            <a:off x="309245" y="913765"/>
            <a:ext cx="5617391" cy="4285789"/>
          </a:xfrm>
          <a:prstGeom prst="rect">
            <a:avLst/>
          </a:prstGeom>
          <a:noFill/>
        </p:spPr>
        <p:txBody>
          <a:bodyPr wrap="square" rtlCol="0">
            <a:spAutoFit/>
          </a:bodyPr>
          <a:lstStyle/>
          <a:p>
            <a:pPr algn="l">
              <a:lnSpc>
                <a:spcPct val="200000"/>
              </a:lnSpc>
              <a:spcBef>
                <a:spcPts val="900"/>
              </a:spcBef>
              <a:buClrTx/>
              <a:buSzTx/>
              <a:buFontTx/>
              <a:defRPr/>
            </a:pPr>
            <a:r>
              <a:rPr lang="zh-CN" altLang="en-US" sz="2200" dirty="0">
                <a:solidFill>
                  <a:srgbClr val="1F497D">
                    <a:lumMod val="60000"/>
                    <a:lumOff val="40000"/>
                  </a:srgbClr>
                </a:solidFill>
                <a:effectLst>
                  <a:outerShdw blurRad="38100" dist="19050" dir="2700000" algn="tl" rotWithShape="0">
                    <a:prstClr val="black">
                      <a:alpha val="40000"/>
                      <a:alpha val="40000"/>
                    </a:prstClr>
                  </a:outerShdw>
                </a:effectLst>
                <a:latin typeface="黑体" panose="02010600030101010101" charset="-122"/>
                <a:ea typeface="黑体" panose="02010600030101010101" charset="-122"/>
              </a:rPr>
              <a:t>数据集</a:t>
            </a:r>
          </a:p>
          <a:p>
            <a:pPr indent="457200">
              <a:spcBef>
                <a:spcPts val="900"/>
              </a:spcBef>
            </a:pPr>
            <a:r>
              <a:rPr lang="en-US" altLang="zh-CN" sz="2200" dirty="0">
                <a:latin typeface="黑体" panose="02010600030101010101" charset="-122"/>
                <a:ea typeface="黑体" panose="02010600030101010101" charset="-122"/>
              </a:rPr>
              <a:t>·已成功收集网络相关数据集25060个样本</a:t>
            </a:r>
            <a:r>
              <a:rPr lang="zh-CN" altLang="en-US" sz="2200" dirty="0">
                <a:latin typeface="黑体" panose="02010600030101010101" charset="-122"/>
                <a:ea typeface="黑体" panose="02010600030101010101" charset="-122"/>
              </a:rPr>
              <a:t>，采用</a:t>
            </a:r>
            <a:r>
              <a:rPr lang="en-US" altLang="zh-CN" sz="2200" dirty="0">
                <a:latin typeface="黑体" panose="02010600030101010101" charset="-122"/>
                <a:ea typeface="黑体" panose="02010600030101010101" charset="-122"/>
              </a:rPr>
              <a:t>yolo</a:t>
            </a:r>
            <a:r>
              <a:rPr lang="zh-CN" altLang="en-US" sz="2200" dirty="0">
                <a:latin typeface="黑体" panose="02010600030101010101" charset="-122"/>
                <a:ea typeface="黑体" panose="02010600030101010101" charset="-122"/>
              </a:rPr>
              <a:t>格式标签，包含四个类别：</a:t>
            </a:r>
            <a:endParaRPr lang="en-US" altLang="zh-CN" sz="2200" dirty="0">
              <a:latin typeface="黑体" panose="02010600030101010101" charset="-122"/>
              <a:ea typeface="黑体" panose="02010600030101010101" charset="-122"/>
            </a:endParaRPr>
          </a:p>
          <a:p>
            <a:pPr indent="457200">
              <a:spcBef>
                <a:spcPts val="900"/>
              </a:spcBef>
            </a:pPr>
            <a:r>
              <a:rPr lang="en-US" altLang="zh-CN" sz="2200" dirty="0">
                <a:latin typeface="SimSun" panose="02010600030101010101" pitchFamily="2" charset="-122"/>
                <a:ea typeface="SimSun" panose="02010600030101010101" pitchFamily="2" charset="-122"/>
              </a:rPr>
              <a:t>0</a:t>
            </a:r>
            <a:r>
              <a:rPr lang="zh-CN" altLang="en-US" sz="2200" dirty="0">
                <a:latin typeface="SimSun" panose="02010600030101010101" pitchFamily="2" charset="-122"/>
                <a:ea typeface="SimSun" panose="02010600030101010101" pitchFamily="2" charset="-122"/>
              </a:rPr>
              <a:t>：</a:t>
            </a:r>
            <a:r>
              <a:rPr lang="en-US" altLang="zh-CN" sz="2200" dirty="0">
                <a:latin typeface="SimSun" panose="02010600030101010101" pitchFamily="2" charset="-122"/>
                <a:ea typeface="SimSun" panose="02010600030101010101" pitchFamily="2" charset="-122"/>
              </a:rPr>
              <a:t>holothurian</a:t>
            </a:r>
          </a:p>
          <a:p>
            <a:pPr indent="457200">
              <a:spcBef>
                <a:spcPts val="900"/>
              </a:spcBef>
            </a:pPr>
            <a:r>
              <a:rPr lang="en-US" altLang="zh-CN" sz="2200" dirty="0">
                <a:latin typeface="SimSun" panose="02010600030101010101" pitchFamily="2" charset="-122"/>
                <a:ea typeface="SimSun" panose="02010600030101010101" pitchFamily="2" charset="-122"/>
              </a:rPr>
              <a:t>1</a:t>
            </a:r>
            <a:r>
              <a:rPr lang="zh-CN" altLang="en-US" sz="2200" dirty="0">
                <a:latin typeface="SimSun" panose="02010600030101010101" pitchFamily="2" charset="-122"/>
                <a:ea typeface="SimSun" panose="02010600030101010101" pitchFamily="2" charset="-122"/>
              </a:rPr>
              <a:t>：</a:t>
            </a:r>
            <a:r>
              <a:rPr lang="en-US" altLang="zh-CN" sz="2200" dirty="0">
                <a:latin typeface="SimSun" panose="02010600030101010101" pitchFamily="2" charset="-122"/>
                <a:ea typeface="SimSun" panose="02010600030101010101" pitchFamily="2" charset="-122"/>
              </a:rPr>
              <a:t>echinus</a:t>
            </a:r>
          </a:p>
          <a:p>
            <a:pPr indent="457200">
              <a:spcBef>
                <a:spcPts val="900"/>
              </a:spcBef>
            </a:pPr>
            <a:r>
              <a:rPr lang="en-US" altLang="zh-CN" sz="2200" dirty="0">
                <a:latin typeface="SimSun" panose="02010600030101010101" pitchFamily="2" charset="-122"/>
                <a:ea typeface="SimSun" panose="02010600030101010101" pitchFamily="2" charset="-122"/>
              </a:rPr>
              <a:t>2</a:t>
            </a:r>
            <a:r>
              <a:rPr lang="zh-CN" altLang="en-US" sz="2200" dirty="0">
                <a:latin typeface="SimSun" panose="02010600030101010101" pitchFamily="2" charset="-122"/>
                <a:ea typeface="SimSun" panose="02010600030101010101" pitchFamily="2" charset="-122"/>
              </a:rPr>
              <a:t>：</a:t>
            </a:r>
            <a:r>
              <a:rPr lang="en-US" altLang="zh-CN" sz="2200" dirty="0">
                <a:latin typeface="SimSun" panose="02010600030101010101" pitchFamily="2" charset="-122"/>
                <a:ea typeface="SimSun" panose="02010600030101010101" pitchFamily="2" charset="-122"/>
              </a:rPr>
              <a:t>starfish</a:t>
            </a:r>
          </a:p>
          <a:p>
            <a:pPr indent="457200">
              <a:spcBef>
                <a:spcPts val="900"/>
              </a:spcBef>
            </a:pPr>
            <a:r>
              <a:rPr lang="en-US" altLang="zh-CN" sz="2200" dirty="0">
                <a:latin typeface="SimSun" panose="02010600030101010101" pitchFamily="2" charset="-122"/>
                <a:ea typeface="SimSun" panose="02010600030101010101" pitchFamily="2" charset="-122"/>
              </a:rPr>
              <a:t>3</a:t>
            </a:r>
            <a:r>
              <a:rPr lang="zh-CN" altLang="en-US" sz="2200" dirty="0">
                <a:latin typeface="SimSun" panose="02010600030101010101" pitchFamily="2" charset="-122"/>
                <a:ea typeface="SimSun" panose="02010600030101010101" pitchFamily="2" charset="-122"/>
              </a:rPr>
              <a:t>：</a:t>
            </a:r>
            <a:r>
              <a:rPr lang="en-US" altLang="zh-CN" sz="2200" dirty="0">
                <a:latin typeface="SimSun" panose="02010600030101010101" pitchFamily="2" charset="-122"/>
                <a:ea typeface="SimSun" panose="02010600030101010101" pitchFamily="2" charset="-122"/>
              </a:rPr>
              <a:t>scallop</a:t>
            </a:r>
          </a:p>
          <a:p>
            <a:pPr indent="457200">
              <a:spcBef>
                <a:spcPts val="900"/>
              </a:spcBef>
            </a:pPr>
            <a:endParaRPr lang="en-US" altLang="zh-CN" sz="2200" dirty="0">
              <a:latin typeface="SimSun" panose="02010600030101010101" pitchFamily="2" charset="-122"/>
              <a:ea typeface="SimSun" panose="02010600030101010101" pitchFamily="2" charset="-122"/>
            </a:endParaRPr>
          </a:p>
          <a:p>
            <a:pPr indent="457200">
              <a:spcBef>
                <a:spcPts val="900"/>
              </a:spcBef>
            </a:pPr>
            <a:r>
              <a:rPr lang="en-US" altLang="zh-CN" sz="2200" dirty="0" err="1">
                <a:latin typeface="黑体" panose="02010600030101010101" charset="-122"/>
                <a:ea typeface="黑体" panose="02010600030101010101" charset="-122"/>
              </a:rPr>
              <a:t>为后续的科研工作提供基础数据</a:t>
            </a:r>
            <a:r>
              <a:rPr lang="en-US" altLang="zh-CN" sz="2200" dirty="0">
                <a:latin typeface="黑体" panose="02010600030101010101" charset="-122"/>
                <a:ea typeface="黑体" panose="02010600030101010101" charset="-122"/>
              </a:rPr>
              <a:t>。</a:t>
            </a:r>
          </a:p>
        </p:txBody>
      </p:sp>
      <p:pic>
        <p:nvPicPr>
          <p:cNvPr id="8" name="图片 7" descr="图形用户界面, 文本&#10;&#10;AI 生成的内容可能不正确。">
            <a:extLst>
              <a:ext uri="{FF2B5EF4-FFF2-40B4-BE49-F238E27FC236}">
                <a16:creationId xmlns:a16="http://schemas.microsoft.com/office/drawing/2014/main" id="{E7779F37-45BB-B910-6635-51CD08106BC5}"/>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265365" y="2198299"/>
            <a:ext cx="5499915" cy="3467962"/>
          </a:xfrm>
          <a:prstGeom prst="rect">
            <a:avLst/>
          </a:prstGeom>
        </p:spPr>
      </p:pic>
    </p:spTree>
    <p:extLst>
      <p:ext uri="{BB962C8B-B14F-4D97-AF65-F5344CB8AC3E}">
        <p14:creationId xmlns:p14="http://schemas.microsoft.com/office/powerpoint/2010/main" val="30298911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1"/>
            </p:custDataLst>
          </p:nvPr>
        </p:nvSpPr>
        <p:spPr>
          <a:xfrm>
            <a:off x="-30585" y="2103936"/>
            <a:ext cx="12192000" cy="259797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9" tIns="34289" rIns="68579" bIns="34289" rtlCol="0" anchor="ctr"/>
          <a:lstStyle/>
          <a:p>
            <a:pPr marL="0" marR="0" lvl="0" indent="0" algn="ctr" defTabSz="6858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7030A0"/>
              </a:solidFill>
              <a:effectLst/>
              <a:uLnTx/>
              <a:uFillTx/>
              <a:latin typeface="Open Sans Light"/>
              <a:ea typeface="微软雅黑" panose="020B0503020204020204" pitchFamily="34" charset="-122"/>
              <a:cs typeface="+mn-cs"/>
            </a:endParaRPr>
          </a:p>
        </p:txBody>
      </p:sp>
      <p:sp>
        <p:nvSpPr>
          <p:cNvPr id="7" name="矩形 6"/>
          <p:cNvSpPr/>
          <p:nvPr>
            <p:custDataLst>
              <p:tags r:id="rId2"/>
            </p:custDataLst>
          </p:nvPr>
        </p:nvSpPr>
        <p:spPr>
          <a:xfrm>
            <a:off x="73660" y="2760345"/>
            <a:ext cx="2458720" cy="684801"/>
          </a:xfrm>
          <a:prstGeom prst="rect">
            <a:avLst/>
          </a:prstGeom>
          <a:effectLst>
            <a:outerShdw blurRad="50800" dist="38100" dir="2700000" algn="tl" rotWithShape="0">
              <a:prstClr val="black">
                <a:alpha val="40000"/>
              </a:prstClr>
            </a:outerShdw>
          </a:effectLst>
        </p:spPr>
        <p:txBody>
          <a:bodyPr wrap="square" lIns="68579" tIns="34289" rIns="68579" bIns="34289">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000" b="1" i="0" u="none" strike="noStrike" kern="1200" cap="none" spc="0" normalizeH="0" baseline="0" noProof="0" dirty="0">
                <a:ln>
                  <a:noFill/>
                </a:ln>
                <a:solidFill>
                  <a:srgbClr val="FFFFFF"/>
                </a:solidFill>
                <a:effectLst/>
                <a:uLnTx/>
                <a:uFillTx/>
                <a:latin typeface="Arial" panose="020B0604020202090204"/>
                <a:ea typeface="微软雅黑" panose="020B0503020204020204" pitchFamily="34" charset="-122"/>
                <a:cs typeface="+mn-cs"/>
              </a:rPr>
              <a:t>Thanks!</a:t>
            </a:r>
          </a:p>
        </p:txBody>
      </p:sp>
      <p:sp>
        <p:nvSpPr>
          <p:cNvPr id="10" name="文本框 1"/>
          <p:cNvSpPr>
            <a:spLocks noChangeArrowheads="1"/>
          </p:cNvSpPr>
          <p:nvPr>
            <p:custDataLst>
              <p:tags r:id="rId3"/>
            </p:custDataLst>
          </p:nvPr>
        </p:nvSpPr>
        <p:spPr bwMode="auto">
          <a:xfrm>
            <a:off x="7809971" y="2955906"/>
            <a:ext cx="3775393"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anose="020F0502020204030204" pitchFamily="34" charset="0"/>
                <a:ea typeface="宋体" pitchFamily="2" charset="-122"/>
              </a:defRPr>
            </a:lvl1pPr>
            <a:lvl2pPr marL="742950" indent="-285750">
              <a:defRPr>
                <a:solidFill>
                  <a:schemeClr val="tx1"/>
                </a:solidFill>
                <a:latin typeface="Calibri" panose="020F0502020204030204" pitchFamily="34" charset="0"/>
                <a:ea typeface="宋体" pitchFamily="2" charset="-122"/>
              </a:defRPr>
            </a:lvl2pPr>
            <a:lvl3pPr marL="1143000" indent="-228600">
              <a:defRPr>
                <a:solidFill>
                  <a:schemeClr val="tx1"/>
                </a:solidFill>
                <a:latin typeface="Calibri" panose="020F0502020204030204" pitchFamily="34" charset="0"/>
                <a:ea typeface="宋体" pitchFamily="2" charset="-122"/>
              </a:defRPr>
            </a:lvl3pPr>
            <a:lvl4pPr marL="1600200" indent="-228600">
              <a:defRPr>
                <a:solidFill>
                  <a:schemeClr val="tx1"/>
                </a:solidFill>
                <a:latin typeface="Calibri" panose="020F0502020204030204" pitchFamily="34" charset="0"/>
                <a:ea typeface="宋体" pitchFamily="2" charset="-122"/>
              </a:defRPr>
            </a:lvl4pPr>
            <a:lvl5pPr marL="2057400" indent="-228600">
              <a:defRPr>
                <a:solidFill>
                  <a:schemeClr val="tx1"/>
                </a:solidFill>
                <a:latin typeface="Calibri" panose="020F0502020204030204" pitchFamily="34" charset="0"/>
                <a:ea typeface="宋体"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itchFamily="2" charset="-122"/>
              </a:defRPr>
            </a:lvl9pPr>
          </a:lstStyle>
          <a:p>
            <a:pPr lvl="0" algn="ctr">
              <a:defRPr/>
            </a:pPr>
            <a:r>
              <a:rPr lang="zh-CN" altLang="en-US" sz="40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谢谢各位专家！</a:t>
            </a:r>
            <a:endParaRPr lang="en-US" altLang="zh-CN" sz="4000" b="1" dirty="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1" name="图形 5"/>
          <p:cNvPicPr>
            <a:picLocks noChangeAspect="1"/>
          </p:cNvPicPr>
          <p:nvPr>
            <p:custDataLst>
              <p:tags r:id="rId4"/>
            </p:custDataLst>
          </p:nvPr>
        </p:nvPicPr>
        <p:blipFill rotWithShape="1">
          <a:blip r:embed="rId7" cstate="screen">
            <a:extLst>
              <a:ext uri="{96DAC541-7B7A-43D3-8B79-37D633B846F1}">
                <asvg:svgBlip xmlns:asvg="http://schemas.microsoft.com/office/drawing/2016/SVG/main" r:embed="rId8"/>
              </a:ext>
            </a:extLst>
          </a:blip>
          <a:srcRect l="1047" t="1047" r="1047" b="1047"/>
          <a:stretch>
            <a:fillRect/>
          </a:stretch>
        </p:blipFill>
        <p:spPr>
          <a:xfrm>
            <a:off x="2660650" y="2132965"/>
            <a:ext cx="4573270" cy="2569845"/>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FIRST_PUBLISH" val="1"/>
  <p:tag name="ISPRING_PRESENTATION_TITLE" val="8"/>
  <p:tag name="KSO_WPP_MARK_KEY" val="878045af-0996-4350-9eec-7c4fa41036b7"/>
  <p:tag name="COMMONDATA" val="eyJoZGlkIjoiNDdmNDMxOWQxYjAxMGE5MGU5ZWUxNmNkNzViZDYwZTY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TABLE_ENDDRAG_ORIGIN_RECT" val="506*101"/>
  <p:tag name="TABLE_ENDDRAG_RECT" val="201*124*506*101"/>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自定义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9646"/>
      </a:hlink>
      <a:folHlink>
        <a:srgbClr val="F79646"/>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主题​​">
  <a:themeElements>
    <a:clrScheme name="自定义 50">
      <a:dk1>
        <a:srgbClr val="000000"/>
      </a:dk1>
      <a:lt1>
        <a:srgbClr val="FFFFFF"/>
      </a:lt1>
      <a:dk2>
        <a:srgbClr val="44546A"/>
      </a:dk2>
      <a:lt2>
        <a:srgbClr val="E7E6E6"/>
      </a:lt2>
      <a:accent1>
        <a:srgbClr val="004990"/>
      </a:accent1>
      <a:accent2>
        <a:srgbClr val="FF6600"/>
      </a:accent2>
      <a:accent3>
        <a:srgbClr val="0066CC"/>
      </a:accent3>
      <a:accent4>
        <a:srgbClr val="FF9900"/>
      </a:accent4>
      <a:accent5>
        <a:srgbClr val="2393FF"/>
      </a:accent5>
      <a:accent6>
        <a:srgbClr val="404040"/>
      </a:accent6>
      <a:hlink>
        <a:srgbClr val="0563C1"/>
      </a:hlink>
      <a:folHlink>
        <a:srgbClr val="954F72"/>
      </a:folHlink>
    </a:clrScheme>
    <a:fontScheme name="自定义 16">
      <a:majorFont>
        <a:latin typeface="思源宋体 CN Heavy"/>
        <a:ea typeface="思源宋体 CN Heavy"/>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79646"/>
    </a:hlink>
    <a:folHlink>
      <a:srgbClr val="F79646"/>
    </a:folHlink>
  </a:clrScheme>
</a:themeOverride>
</file>

<file path=docProps/app.xml><?xml version="1.0" encoding="utf-8"?>
<Properties xmlns="http://schemas.openxmlformats.org/officeDocument/2006/extended-properties" xmlns:vt="http://schemas.openxmlformats.org/officeDocument/2006/docPropsVTypes">
  <Template>Office Theme</Template>
  <TotalTime>59</TotalTime>
  <Words>725</Words>
  <Application>Microsoft Macintosh PowerPoint</Application>
  <PresentationFormat>宽屏</PresentationFormat>
  <Paragraphs>100</Paragraphs>
  <Slides>13</Slides>
  <Notes>10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13</vt:i4>
      </vt:variant>
    </vt:vector>
  </HeadingPairs>
  <TitlesOfParts>
    <vt:vector size="26" baseType="lpstr">
      <vt:lpstr>等线</vt:lpstr>
      <vt:lpstr>方正小标宋简体</vt:lpstr>
      <vt:lpstr>仿宋</vt:lpstr>
      <vt:lpstr>黑体</vt:lpstr>
      <vt:lpstr>华文宋体</vt:lpstr>
      <vt:lpstr>SimSun</vt:lpstr>
      <vt:lpstr>微软雅黑</vt:lpstr>
      <vt:lpstr>Arial</vt:lpstr>
      <vt:lpstr>Calibri</vt:lpstr>
      <vt:lpstr>Open Sans Light</vt:lpstr>
      <vt:lpstr>Times New Roman</vt:lpstr>
      <vt:lpstr>Office Theme</vt:lpstr>
      <vt:lpstr>2_Office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dc:title>
  <dc:creator>刘士微</dc:creator>
  <cp:lastModifiedBy>an</cp:lastModifiedBy>
  <cp:revision>565</cp:revision>
  <dcterms:created xsi:type="dcterms:W3CDTF">2025-03-25T09:04:39Z</dcterms:created>
  <dcterms:modified xsi:type="dcterms:W3CDTF">2025-05-29T06:46:14Z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2052-7.2.2.8955</vt:lpwstr>
  </property>
  <property fmtid="{D5CDD505-2E9C-101B-9397-08002B2CF9AE}" pid="3" name="ICV">
    <vt:lpwstr>1C57D6B0ECE6FAAB68C4EB66B4310A50_43</vt:lpwstr>
  </property>
</Properties>
</file>